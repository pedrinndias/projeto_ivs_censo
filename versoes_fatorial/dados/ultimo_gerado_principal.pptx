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[VP01] As 108 versões da análise fatorial
Fontes: banco_de_dados/eda/versoes_fatorial/versoes.csv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[VP02] Como ler
Fontes: versoes_fatorial/INTERPRETACAO.md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[VP03] Os cinco eixos
Fontes: versoes_fatorial/VERSOES.md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[VP04] A amostra
Fontes: banco_de_dados/eda/versoes_fatorial/versoes.csv (n, n_comum)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[VP05] As 108 de uma vez: quem passa nos critérios
Fontes: banco_de_dados/eda/versoes_fatorial/versoes.csv (elegivel, criterio_que_falhou)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[VP06] As 108 de uma vez: KMO
Fontes: banco_de_dados/eda/versoes_fatorial/versoes.csv (kmo)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[VP07] As 108 de uma vez: AUC no município
Fontes: banco_de_dados/eda/versoes_fatorial/versoes.csv (auc_mun_comum)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[VP08] Um eixo por vez: renda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[VP09] Um eixo por vez: lixo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[VP10] Um eixo por vez: água canalizada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[VP11] Um eixo por vez: banheiro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[VP12] Um eixo por vez: moradia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[VP13] As versões que passam nos critérios
Fontes: banco_de_dados/eda/versoes_fatorial/versoes.csv (elegivel)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[VP13-2] As versões que passam nos critérios (2)
Fontes: banco_de_dados/eda/versoes_fatorial/versoes.csv (elegivel)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[VP14] A ordem das elegíveis pelos critérios do NB05
Fontes: banco_de_dados/eda/versoes_fatorial/versoes.csv; banco_de_dados/eda/versoes_fatorial/estabilidade.csv; scripts/ivs_especificacoes.py:ordenar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[VP15] O que está em aberto
Fontes: versoes_fatorial/INTERPRETACAO.md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· CENSO 2022 · 70 MUNICÍPIOS DO ELSI-BRASIL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versões da análise fatorial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× lixo × água canalizada × banheiro × moradia, com o método da referência proposta: promax, pesos 60/40, normalização municipal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· outubro de 2026 · deck 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código por versão; duas amostras; a escolha fica com a orientadora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 a V108, o mesmo no caderno de fichas e na planilha. A V023 é a referência proposta no NB05 — proposta, não escolhida.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48078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fixo.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versões usam promax, pesos 60/40 e normalização municipal, com 2 fatores. Muda só o que entra na fatorial.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77084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própria.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fatorial roda nos setores que têm todas as variáveis da versão.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06090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comum.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comparações entre versões usam os 67.981 setores que têm as variáveis de todas as 108.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35096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 NB05, fixados antes: KMO ≥ 0,70; MSA ≥ 0,50; comunalidade ≥ 0,30; carga ≥ 0,40.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eixos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 × 3 × 3 × 2 = 108 versões, de 6 a 10 variáveis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498080"/>
                <a:gridCol w="9418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sem extremo · com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· sem lixo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 · + não chega · + sem canalização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sem banheiro (V00495) · +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não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437763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Fixas em todas: água inadequada, esgoto, razão de moradores, analfabetismo, renda e cor/raça. "Não chega" e "sem canalização" não entram juntas: uma contém a outra.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própria, por opção de cada eixo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1554480"/>
                <a:gridCol w="1554480"/>
                <a:gridCol w="1673352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03643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versão tem de 68.000 a 87.545 setores; a amostra comum às 108 tem 67.981.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quem passa nos critérios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das 108 passam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versoes_fatorial/figuras/V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célula é uma versão; abaixo do código, "passa" ou o primeiro critério que falha (comun. = comunalidade &lt; 0,30).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lixo passam 3; sem lixo, 21.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KMO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0,765 a 0,814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versoes_fatorial/figuras/V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mais escura a célula, maior o KMO.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KMO é o da V033 (0,8143); o menor, o da V048 (0,7653).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AUC no município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0,812 a 0,864, na amostra comum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versoes_fatorial/figuras/V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da AUC contra FCU entre os municípios com ao menos 30 setores de FCU e 30 fora.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é a da V024 (0,8642); a menor, a da V038 (0,8120).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renda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sem extremo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com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→ renda com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[1,000; 1,000]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 [0,0%; 0,0%]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renda original → renda com mediana, metade dos pares tem até 0,2% dos setores mudando de faixa, e o Spearman mediano é 0,999.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lixo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→ sem lixo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 [0,004; 0,007]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 [-1;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[-0,011; 0,033]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 [0,787; 0,997]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 [4,5%; 33,3%]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21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com lixo → sem lixo, metade dos pares tem até 8,2% dos setores mudando de faixa, e o Spearman mediano é 0,990.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água canalizada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água não chega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 [-0,009; -0,002]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 [-0,022; 0,019]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 [0,833; 0,996]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 [6,0%; 34,3%]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sem água canalizada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[0,016; 0,023]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[-0,019; 0,012]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 [0,888; 0,997]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12,1% [4,0%; 26,1%]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água não chega → + sem água canalizada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 [0,024; 0,027]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[-0,008; 0,003]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 [0,987; 0,998]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 [4,7%; 12,1%]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água: só a inadequada → + água não chega, metade dos pares tem até 16,3% dos setores mudando de faixa, e o Spearman mediano é 0,965.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banheiro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sem banheiro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 [0,002; 0,010]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[0,011; 0,040]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[0,919; 0,996]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 [7,1%; 25,9%]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 [-0,015; -0,006]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2]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 [0,010; 0,041]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[0,930; 0,997]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 [8,0%; 25,6%]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→ +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 [-0,020; -0,015]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 [-0,007; 0,008]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 [0,997; 0,999]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 [2,4%; 4,2%]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banheiro fora → + banheiro graduado, metade dos pares tem até 11,3% dos setores mudando de faixa, e o Spearman mediano é 0,993.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moradia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fora → + moradia não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 [-0,002;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[-0,003; 0,029]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[0,943; 1,000]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 [0,0%; 13,4%]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→ 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moradia fora → + moradia não convencional, metade dos pares tem até 1,1% dos setores mudando de faixa, e o Spearman mediano é 1,000.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versões; lista em ordem de código, sem ordenar por resultado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914400"/>
                <a:gridCol w="731520"/>
                <a:gridCol w="1097280"/>
                <a:gridCol w="1124712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com lixo · água: só a inadequada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+ 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com lixo · água: só a inadequada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+ 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 (2)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versões; lista em ordem de código, sem ordenar por resultado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914400"/>
                <a:gridCol w="731520"/>
                <a:gridCol w="1097280"/>
                <a:gridCol w="112471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V075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com lixo · água: só a inadequada · + sem banheiro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+ moradia não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banheiro fora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VP13-2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das elegíveis pelos critérios do NB05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Posição média em estabilidade, AUC no município e parcimônia — uma ordem, não uma escolha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486400"/>
                <a:gridCol w="1371600"/>
                <a:gridCol w="1097280"/>
                <a:gridCol w="822960"/>
                <a:gridCol w="1124712"/>
              </a:tblGrid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(p.p.)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Posição média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53228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lida pela maior variação do peso de uma variável (o peso de F1 é fixo em 60/40). Empates: a versão mais próxima do IVS-BH 2012.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em aberto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Escolhas que o deck não faz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versões usam o método da referência proposta. Variar rotação, pesos e normalização multiplicaria as 108 por até 18.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48078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fatores.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usa 2 em todas, mesmo onde Kaiser ou Horn indicam outro número.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77084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canalizada.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Entrou somada à água inadequada, não no lugar dela.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06090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Entrou como não convencional, na direção da vulnerabilidade.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35096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 do artigo.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decisão da orientadora; a planilha anexa tem a coluna "Vai para o artigo?".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108 versões da análise fatorial</dc:title>
  <dc:subject>PptxGenJS Presentation</dc:subject>
  <dc:creator>Pedro Dias Soares</dc:creator>
  <cp:lastModifiedBy>Pedro Dias Soares</cp:lastModifiedBy>
  <cp:revision>1</cp:revision>
  <dcterms:created xsi:type="dcterms:W3CDTF">2026-10-08T15:01:04Z</dcterms:created>
  <dcterms:modified xsi:type="dcterms:W3CDTF">2026-10-08T15:01:04Z</dcterms:modified>
</cp:coreProperties>
</file>