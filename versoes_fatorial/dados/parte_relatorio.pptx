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[VP00] As 108 versões da análise fatorial
Fontes: banco_de_dados/eda/versoes_fatorial/versoes.csv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[VP02] Como ler
Fontes: versoes_fatorial/INTERPRETACAO.md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[VP03] Os cinco eixos
Fontes: versoes_fatorial/VERSOES.md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[VP04] A amostra
Fontes: banco_de_dados/eda/versoes_fatorial/versoes.csv (n, n_comum)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[VP05] As 108 de uma vez: quem passa nos critérios
Fontes: banco_de_dados/eda/versoes_fatorial/versoes.csv (elegivel, criterio_que_falhou)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[VP06] As 108 de uma vez: KMO
Fontes: banco_de_dados/eda/versoes_fatorial/versoes.csv (kmo)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[VP07] As 108 de uma vez: AUC no município
Fontes: banco_de_dados/eda/versoes_fatorial/versoes.csv (auc_mun_comum)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[VP08] Um eixo por vez: renda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[VP09] Um eixo por vez: lixo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[VP10] Um eixo por vez: água canalizada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[VP11] Um eixo por vez: banheiro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[VP12] Um eixo por vez: moradia
Fontes: banco_de_dados/eda/versoes_fatorial/pares_por_eixo.csv; banco_de_dados/eda/versoes_fatorial/pares_detalhe.csv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[VP13] As versões que passam nos critérios
Fontes: banco_de_dados/eda/versoes_fatorial/versoes.csv (elegivel)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[VP13-2] As versões que passam nos critérios (2)
Fontes: banco_de_dados/eda/versoes_fatorial/versoes.csv (elegivel)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[VP14] A ordem das elegíveis pelos critérios do NB05
Fontes: banco_de_dados/eda/versoes_fatorial/versoes.csv; banco_de_dados/eda/versoes_fatorial/estabilidade.csv; scripts/ivs_especificacoes.py:ordenar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todas com promax, pesos 60/40 e normalização municipal: quem passa nos critérios e o que muda de um eixo para outro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código por versão e duas amostras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V108, o mesmo no caderno de fichas e na planilha. A V023 é a referência proposta no NB05.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promax, pesos 60/40 e normalização municipal, com 2 fatores. Muda só o que entra na fatorial.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 NB05, fixados antes: KMO ≥ 0,70; MSA ≥ 0,50; comunalidade ≥ 0,30; carga ≥ 0,40.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498080"/>
                <a:gridCol w="9418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1554480"/>
                <a:gridCol w="1554480"/>
                <a:gridCol w="1673352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(comun. = comunalidade &lt; 0,30).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6" name="Image 0" descr="/Users/pedro/Documents/Iniciacao Cientifica/Projeto_IVS_Censo22/versoes_fatorial/figuras/V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Spearman mediano é 0,999.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Spearman mediano é 0,990.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Spearman mediano é 0,965.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Spearman mediano é 0,993.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25880"/>
                <a:gridCol w="1143000"/>
                <a:gridCol w="1371600"/>
                <a:gridCol w="1371600"/>
                <a:gridCol w="1371600"/>
                <a:gridCol w="103327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fatores (Kaiser)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 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entre os índices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Spearman mediano é 1,000.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914400"/>
                <a:gridCol w="731520"/>
                <a:gridCol w="1097280"/>
                <a:gridCol w="1124712"/>
              </a:tblGrid>
              <a:tr h="2153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31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8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914400"/>
                <a:gridCol w="731520"/>
                <a:gridCol w="1097280"/>
                <a:gridCol w="1124712"/>
              </a:tblGrid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 com a V023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 pelos critérios do NB05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0"/>
                <a:gridCol w="1371600"/>
                <a:gridCol w="1097280"/>
                <a:gridCol w="822960"/>
                <a:gridCol w="1124712"/>
              </a:tblGrid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(p.p.)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Caderno de fichas — 108 versões</dc:title>
  <dc:subject>PptxGenJS Presentation</dc:subject>
  <dc:creator>Pedro Dias Soares</dc:creator>
  <cp:lastModifiedBy>Pedro Dias Soares</cp:lastModifiedBy>
  <cp:revision>1</cp:revision>
  <dcterms:created xsi:type="dcterms:W3CDTF">2026-10-08T15:01:04Z</dcterms:created>
  <dcterms:modified xsi:type="dcterms:W3CDTF">2026-10-08T15:01:04Z</dcterms:modified>
</cp:coreProperties>
</file>