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Água</c:v>
                </c:pt>
              </c:strCache>
            </c:strRef>
          </c:tx>
          <c:spPr>
            <a:solidFill>
              <a:srgbClr val="1959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Centro-Oeste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0.356</c:v>
                </c:pt>
                <c:pt idx="1">
                  <c:v>0.127</c:v>
                </c:pt>
                <c:pt idx="2">
                  <c:v>0.092</c:v>
                </c:pt>
                <c:pt idx="3">
                  <c:v>0.045</c:v>
                </c:pt>
                <c:pt idx="4">
                  <c:v>0.035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Esgoto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Centro-Oeste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0.271</c:v>
                </c:pt>
                <c:pt idx="1">
                  <c:v>0.176</c:v>
                </c:pt>
                <c:pt idx="2">
                  <c:v>0.094</c:v>
                </c:pt>
                <c:pt idx="3">
                  <c:v>0.054</c:v>
                </c:pt>
                <c:pt idx="4">
                  <c:v>0.039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Lixo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Centro-Oeste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</c:v>
                </c:pt>
                <c:pt idx="1">
                  <c:v>0.165</c:v>
                </c:pt>
                <c:pt idx="2">
                  <c:v>0.12</c:v>
                </c:pt>
                <c:pt idx="3">
                  <c:v>0.115</c:v>
                </c:pt>
                <c:pt idx="4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  ·  FASE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de Vulnerabilidade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Saúde — Censo 2022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municípios do ELSI-Brasil  ·  setor censitário  ·  base recalculada (denominador V00001)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12365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109.032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extraídos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61188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12365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106.281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analisados (OK)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61188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12365E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/ dimensões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Iniciação Científica  ·  Fiocruz Minas — IRR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DO ESTUDO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Universo e elegibilidade dos setores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23444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" cy="1234440"/>
          </a:xfrm>
          <a:prstGeom prst="rect">
            <a:avLst/>
          </a:prstGeom>
          <a:solidFill>
            <a:srgbClr val="1959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da amostra ELSI-Brasil (22 UFs, 5 regiões)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23444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280160"/>
            <a:ext cx="82296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106.281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OK — 97,5% do total extraído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123444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280160"/>
            <a:ext cx="82296" cy="1234440"/>
          </a:xfrm>
          <a:prstGeom prst="rect">
            <a:avLst/>
          </a:prstGeom>
          <a:solidFill>
            <a:srgbClr val="C7861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8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2.751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sigilosos — 2,5% (preservados como NaN)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52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cada setor é classificado (Dados_sig)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v0001 e V00001 presentes; entra nas análises. 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variável-base sigilada pelo IBGE.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V00001=0 com população (asilo/presídio). 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v0001=0, setor sem população.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70 municípios ELSI não houve setores COLETIVO nem ZERADO — só OK e SIGILOSO.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indicadores em 2 dimensões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26517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Numerador (Censo 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5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V00112 … V00118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V00312 … V00316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V00398 … V00402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econômica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V00005 + V00006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 + V00002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+ V00901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(R$)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preta/parda/indígena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V01318 + V01320 + V01321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Direção:  </a:t>
            </a:r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valor = ↑ vulnerabilidade em todas, exceto rendimento (invertido no índice).  Denominador domiciliar = V00001 (padrão IVS-BH 2012).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Descritivas globais dos 7 indicadores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960120"/>
                <a:gridCol w="1234440"/>
                <a:gridCol w="86868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P25–P75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0,017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0,023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0,071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 – 2,93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78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 – 0,052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 – 4.755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preta/parda/indíg.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 – 0,708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9F5F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</a:t>
            </a:r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proporções têm forte assimetria e massa em zero → preferir mediana e IQR à média/DP. O analfabetismo tem n menor pelo sigilo do IBGE.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das 7 variáveis (histogramas)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histog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5166360" cy="34146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3716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 são zero-infladas: a maioria dos setores tem 0% de inadequação.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é a única aproximadamente simétrica (≈ normal em torno de 2,7).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é assimétrico à direita, agora contido em [0; 0,84].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tem cauda longuíssima (máx. R$ 170 mil em 1 setor).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 PPI é a mais espalhada — bimodal, refletindo a diversidade entre municípios.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 REGIONAL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Distribuições por região (boxplots)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boxplot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760366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137160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concentra o pior saneamento: água inadequada com mediana ~20% e cauda até 100%.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lidera esgoto e lixo inadequados e o menor rendimento.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e Sudeste têm saneamento majoritariamente adequado (caixas coladas no zero).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é mais alta no Norte (~3,2); renda dispersa no Sudeste.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REGIONAL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Saneamento inadequado: média por região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37160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de vulnerabilidade Norte → Sul é claro no saneamento.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inadequada no Norte (36%) é ~10× a do Sul (3,5%).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é mais uniforme entre regiões — varia menos que água e esgoto.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Socioeconômico: analfabetismo NE 6,7% vs Sul 2,2%; raça PPI Norte 76% vs Sul 25%.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ASSOCIAÇÃO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Correlações entre os indicadores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matriz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7680960" cy="33007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−0,81 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raça/cor (Spearman)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36976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1959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46704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−0,75 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renda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16752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786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−0,04 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× razão (quase nula)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Sigilo concentrado no analfabetismo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missing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595753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83280" y="137160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15,8% dos setores OK têm o analfabetismo (V00901) sigilado; as demais variáveis estão ~completas (&lt;0,02% faltante).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é sistemático, não aleatório — concentra-se em capitais: Curitiba 23,1%, Belo Horizonte 22,5%, Canoas 20,9%, Campinas 19,9%.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 IBGE não divulga contagens muito pequenas; em setores urbanos centrais o nº absoluto de analfabetos cai abaixo do limite.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manter NaN (transparente). Imputar zero subestimaria o analfabetismo justamente onde a vulnerabilidade é menor.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METODOLÓGICOS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vigiar antes do índice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C7861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de saneamento são falsos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P25=mediana=0, a regra 1,5×IQR rotula 18–20% como outliers. É artefato da distribuição zero-inflada → usar percentil 95.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481328"/>
            <a:ext cx="457200" cy="457200"/>
          </a:xfrm>
          <a:prstGeom prst="ellipse">
            <a:avLst/>
          </a:prstGeom>
          <a:solidFill>
            <a:srgbClr val="19599A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Cauda longa de renda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1993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10,2% dos setores acima de R$ 9.285; máximo R$ 170.418 em 1 setor. Verificar e tratar na normalização por município.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035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Extremos de densidade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até 8,79 (possível moradia coletiva não detectada). Mínimo já corrigido para 1,0 com o denominador V00001.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30358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Colinearidade racial-econômica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 raça/cor têm |ρ|=0,81. Forte associação a considerar na análise fatorial (KMO e Bartlett antes da rotação).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44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geral: 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a assimetria, usar mediana/IQR nas descritivas e Spearman nas correlações ao longo de todo o artigo.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EDA sustenta o desenho do IVS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 plausíveis — saneamento e socioeconômica — com coesão interna nas correlações.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lixo inadequado associa-se fracamente às demais (ρ até −0,04): tende a carregar pouco na fatorial.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recalculada com denominador V00001 e taxa de analfabetismo em [0,1]: pronta e reprodutível.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12365E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46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por município  →  KMO / Bartlett  →  análise fatorial e pesos  →  IVS final  →  4 faixas de risco  →  mapas (QGIS)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Censo Demográfico 2022 (IBGE) — Agregados por Setores Censitários.  106.281 setores OK, 70 municípios ELSI-Brasil.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Fase 3 — IVS Censo 2022 / ELSI</dc:title>
  <dc:subject>PptxGenJS Presentation</dc:subject>
  <dc:creator>Pedro Dias Soares</dc:creator>
  <cp:lastModifiedBy>Pedro Dias Soares</cp:lastModifiedBy>
  <cp:revision>1</cp:revision>
  <dcterms:created xsi:type="dcterms:W3CDTF">2026-05-28T22:41:13Z</dcterms:created>
  <dcterms:modified xsi:type="dcterms:W3CDTF">2026-05-28T22:41:13Z</dcterms:modified>
</cp:coreProperties>
</file>