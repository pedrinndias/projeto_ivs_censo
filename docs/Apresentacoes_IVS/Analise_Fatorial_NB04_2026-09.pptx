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lembrando que o produto aqui são os pesos, não o índice. E que a ordem entre o Notebook 03 e o 04 não é indiferente: foi medida, e fatorar sobre os indicadores brutos é a opção adotada.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4599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Spearman.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banco_de_dados/eda/fatorial/resumo_adequabilidade.csv. Recorte: 87.545 setores completos.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834640"/>
                <a:gridCol w="2468880"/>
                <a:gridCol w="14904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 &lt; 0,05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p &lt; 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Spearman é o que torna a análise defensável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resumo_adequabilidade.csv. A escolha por Spearman foi decidida na §9 do relatório da EDA.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1828800"/>
                <a:gridCol w="386791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|r| ≥ 0,30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Spearman cruza os 60%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Spearman é fazer análise de componentes principais sobre os POSTOS, não sobre os valores. As cargas se referem a posições relativas. Isso volta a aparecer, com consequência concreta, no slide dos escores.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Matriz-R de Spearman, sete componentes, 87.545 setores.  Fonte: figuras/nb04_matriz_correlacao.png, bloco 2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Multicolinearidade: o número que circula é de outra matriz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(listwise, 87.545 setores)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multicolinearidade (livro, p. 42)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listwise: só os setores completos nas sete variáveis entram. A diferença vai na mesma direção do viés do sigilo — a base listwise perde os setores de melhor situação, e isso comprime a associação entre renda e cor/raça.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nb04_autovalores.csv. Análise paralela de Horn (1965), 50 simulações, semente 42.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1645920"/>
                <a:gridCol w="2011680"/>
                <a:gridCol w="94183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cotovelo, nas duas soluções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 observado contra o que dados sem estrutura nenhuma produziriam.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scree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600200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banco_de_dados/eda/fatorial/figuras/nb04_scree_horn.png, bloco 3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pontos, e nos três o livro dá razão ao que os dados já indicavam.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(Φ)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nb04_extracao_comparada.csv. A divergência se concentra nas variáveis de SMC baixa.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828800"/>
                <a:gridCol w="1828800"/>
                <a:gridCol w="15819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Varimax e promax.  Fonte: figuras/nb04_mapa_cargas.png, bloco 5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plano_fa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Varimax de dois fatores.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108960"/>
                <a:gridCol w="1737360"/>
                <a:gridCol w="15819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bootstrap.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2743200"/>
                <a:gridCol w="1307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n.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com o escore sobre POSTOS (coerente)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min-max de valores BRUTOS. O modelo fatorial foi estimado sobre POSTOS, porque a correlação é de Spearman. São dois objetos em escalas diferentes, e a diferença entre 0,924 e 0,945 é exatamente o tamanho dessa incoerência.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bootstrap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roc_f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nb04_contingencia_*.csv.</a:t>
            </a:r>
            <a:endParaRPr lang="en-US" sz="9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2743200"/>
                <a:gridCol w="2011680"/>
                <a:gridCol w="941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se respondeu rodando. A outra não se responde com dados.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renda_media_sem_extremo. A fatorial é anterior a essa coluna.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en-US" sz="9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2377440"/>
                <a:gridCol w="20391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renda_media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os dois índices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en-US" sz="12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86791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291840"/>
                <a:gridCol w="3502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multicolinearidade, atrapalha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Φ = 0,52, é consistente com isso: alta o bastante para justificar a rotação oblíqua, longe o bastante de 1 para não sugerir um fator só.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numpy puro, e não uma biblioteca pronta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requirements.txt tem cinco pacotes. Acrescentar factor_analyzer traria conveniência e traria uma dependência a mais para instalar, versionar e justificar numa dissertação — por um ganho de digitação, não de método. Tudo que a análise precisa é álgebra linear que o numpy já faz.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anti-imagem; foi escrevendo o promax que ficou claro por que existem DUAS matrizes de carga numa solução oblíqua. Nenhuma das duas coisas se aprende chamando uma função.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 a escolha seria outra, e razoável.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psych é o padrão da área, está em toda a bibliografia — inclusive nos exemplos do livro da Enap, que são em R — e não é dependência exótica. Os próximos slides mostram a correspondência função a função, e o script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3566160"/>
                <a:gridCol w="33192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(numpy)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X.corr(method=’spearman’)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method = "spearman")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kmo(R)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psych::KMO(R)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bartlett(R, n)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psych::cortest.bartlett(R, n)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smc(R)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psych::smc(R)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acp(R, k) · horn(n, p)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eigen(R) · psych::fa.parallel()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fatoracao_eixo_principal(R, k)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psych::fa(R, fm = "pa")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varimax(cargas)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stats::varimax(L, normalize = FALSE)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rotacao_promax(cargas)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stats::promax(L, m = 4)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escores_regressao(R, A)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psych::factor.scores()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kmo(R):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Rinv = np.linalg.inv(R)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= np.sqrt(np.diag(Rinv))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-Rinv / np.outer(d, 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anti-imagem inverte.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np.fill_diagonal(parcial, 0.0)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R.copy()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np.fill_diagonal(R0, 0.0)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soma_r = (R0 ** 2).sum()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soma_p = (parcial ** 2).sum()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soma_r / (soma_r + soma_p)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.sum(axis=0) sai o MSA de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acp(R, k):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val, vec = np.linalg.eigh(R)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"h" é de hermitian — a versão para matriz simétrica, mais rápida e mais estável. Matriz de correlação é sempre simétrica.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np.argsort(val)[::-1]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eigh devolve em ordem CRESCENTE e a análise fatorial lê em decrescente. Sem esta linha, o "primeiro fator" seria o menos importante.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 = val[ordem]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 = vec[:, ordem]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vec[:, :k] * np.sqrt(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np.maximum(val[:k], 0))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maximum corta em zero: autovalor negativo por erro numérico viraria raiz de número negativo.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val, cargas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CSVs guardam o sinal cru.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Varimax, linha a linha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np.eye(k)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range(maxiter):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 = L @ 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u, s, vt = np.linalg.svd(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u @ vt da sua SVD. É o que garante que a rotação continue ortogonal a cada passo.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(Lam ** 3 - Lam @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Varimax. O cubo vem da derivada da soma dos quadrados dos quadrados; o segundo termo subtrai a média por fator.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np.diag(np.diag(Lam.T @ Lam)) / p))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u @ vt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/ d_ant &lt; 1 + tol: break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L @ 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stats::varimax aplica normalização de Kaiser POR PADRÃO: divide cada linha pela raiz da comunalidade antes de girar e desfaz depois. É defensável, é o que o SPSS faz — e produz cargas diferentes. Para reproduzir estes números em R é preciso varimax(L, normalize = FALSE).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promax, linha a linha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Varimax e deixa os eixos se inclinarem. O procedimento é engenhoso.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varimax(cargas)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np.sign(V) * np.abs(V) ** kappa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kappa = 4, uma carga de 0,9 vira 0,66 e uma de 0,3 vira 0,008. O contraste entre alto e baixo é ampliado.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U, *_ = np.linalg.lstsq(V, alvo)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np.diag(np.linalg.inv(U.T @ U))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Φ saia com diagonal 1. Sem este passo Φ é covariância entre fatores, não correlação, e a comunalidade vaza.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U @ np.diag(np.sqrt(d))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 = V @ U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 = np.linalg.inv(U.T @ 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padrao @ phi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R — parte 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install.packages(c("psych", "GPArotation", "DBI", "RSQLite"))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library(psych); library(GPArotation); library(DBI); library(RSQLite)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&lt;- dbConnect(SQLite(),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"banco_de_dados/entrega_orientadora/Base_ELSI_70Municipios_Censo2022.db")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&lt;- dbGetQuery(con, "SELECT pct_agua_inad, pct_esgoto_inad, razao_moradores,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pct_analfab, renda_media, pct_raca_pretpardind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setores_censitarios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Dados_sig = 'OK'")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dbDisconnect(con)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 &lt;- -d$renda_media          # sentido único: maior = mais vulnerável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na.omit(d[, c("pct_agua_inad", "pct_esgoto_inad", "razao_moradores",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"pct_analfab", "renda_inv", "pct_raca_pretpardind")])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nrow(X)                                # esperado: 87545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&lt;- cor(X, method = "spearman")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KMO(R)                                 # global e por variável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cortest.bartlett(R, n = nrow(X))       # com a ressalva de amostra grande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smc(R)                                 # multicolinearidade, livro p. 42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R — parte 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eigen(R)$values                                    # critério de Kaiser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fa.parallel(X, fm = "pa", fa = "fa", n.iter = 50)  # análise paralela de Horn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 &lt;- principal(R, nfactors = 2, rotate = "varimax", n.obs = nrow(X))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 &lt;- fa(R, nfactors = 2, fm = "pa", rotate = "varimax", n.obs = nrow(X))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round(cbind(acp$loadings[, 1:2], paf$loadings[, 1:2]), 3)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Varimax não pode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R é normalize = TRUE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principal(R, nfactors = 2, rotate = "none", n.obs = nrow(X))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varimax(acp0$loadings[, 1:2], normalize = FALSE)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 &lt;- fa(R, nfactors = 2, fm = "pa", rotate = "promax", n.obs = nrow(X))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     # matriz padrão — é dela que saem os pesos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    # matriz de estrutura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          # correlação entre os fatores: esperado ~0,52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R — parte 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 &lt;- colSums(acp$loadings[, 1:2]^2)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ss / sum(ss), 1)           # a repartição entre as dimensões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&lt;- factor.scores(as.matrix(X), acp, method = "regression")$scores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apply(esc, 2, var)                     # ~1 quando as cargas vêm de ACP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acp$loadings[, 1:2]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plot(L[, 1], L[, 2], xlim = c(-1, 1), ylim = c(-1, 1), pch = 19, asp = 1,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xlab = "Fator 1", ylab = "Fator 2")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abline(h = 0, v = 0, col = "grey60")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text(L[, 1], L[, 2], labels = rownames(L), pos = 4, cex = 0.8)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cor.plot(R, numbers = TRUE, main = "Matriz de correlação de Spearman")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versionado.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docs/Codigo_Analise_Fatorial_Comentado.md traz este código com a explicação linha a linha de cada função em Python ao lado da equivalente em R, e a tabela das cinco diferenças a esperar entre as duas implementações.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2651760"/>
                <a:gridCol w="3227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 (psych)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Varimax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 os dados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462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para usar isto.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números divergirem além destes cinco pontos, o problema é real e vale investigar — não atribua à diferença de linguagem sem antes conferir a lista. Rodar a mesma análise em duas implementações independentes é, ele próprio, um teste: se as duas concordam, é improvável que ambas estejam erradas do mesmo jeito.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6428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Φ. Custo nos pesos: 0,8 ponto percentual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788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Spearman é ACP de postos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 renda × cor/raça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min-max global e provisória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 não 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renda_media, como os CSVs de agosto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Notebook 04 entrega estrutura e pesos. O índice ainda não está calculado.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5623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município. A fatorial roda ANTES dela, e isso está medido: normalizar primeiro derruba o KMO de 0,783 para 0,720.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90779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final, com os pesos desta apresentação, e a categorização em quatro faixas de risco.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95935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Geoprocessamento.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Mapas temáticos no QGIS, e o I de Moran dos escores — que dará a medida da dependência espacial que esta análise ignora.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0109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seção de método está escrita: cada decisão tem a página que a sustenta e o número que a mede.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580644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9436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setembro de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1</cp:revision>
  <dcterms:created xsi:type="dcterms:W3CDTF">2026-09-17T12:36:58Z</dcterms:created>
  <dcterms:modified xsi:type="dcterms:W3CDTF">2026-09-17T12:36:58Z</dcterms:modified>
</cp:coreProperties>
</file>