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deck da EDA Central resume a classificação em um slide e meio. Este anexo abre a regra inteira, incluindo o que ela não pega.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extremos de renda: o critério, aberto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setor censitário vira SUSPEITO, EXTREMO ou NORMAL.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à EDA Central · Índice de Vulnerabilidade da Saúde intraurbano · Censo Demográfico 2022 · 70 municípios do ELSI-Brasil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setembro de 2026  ·  3.358 setores extremos rastreados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renda precisa de critério próprio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Assimetria 3,74 no recorte urbano, a maior das sete componentes.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diferentes com a mesma aparência.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valores extremos de V06004 não têm todos a mesma natureza, e é por isso que existe um critério em vez de uma regra única.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dado.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 de favela em Belo Horizonte com R$ 170.418,06 de renda média por responsável.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 genuíno.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bairro rico cuja renda alta o entorno inteiro sustenta.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90448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 pequeno com média instável.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Poucos domicílios fazem a média oscilar.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73659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9145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de tratar os três igual.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todos apaga a desigualdade que o índice existe para medir. Manter todos deixa o erro entrar no cálculo. Perde-se informação nos dois sentidos.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procedimento, em quatro etapas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src/ivs_censo/renda.py, função rastrear_outliers_renda.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38528"/>
            <a:ext cx="475488" cy="475488"/>
          </a:xfrm>
          <a:prstGeom prst="ellipse">
            <a:avLst/>
          </a:prstGeom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38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901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de extremo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901952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superior de Tukey, q3 + k × (q3 − q1), com k = 3,0.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779776"/>
            <a:ext cx="475488" cy="475488"/>
          </a:xfrm>
          <a:prstGeom prst="ellipse">
            <a:avLst/>
          </a:prstGeom>
          <a:ln w="15875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0472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 por município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743200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quartil sai da distribuição da própria cidade, não do país.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621024"/>
            <a:ext cx="475488" cy="475488"/>
          </a:xfrm>
          <a:prstGeom prst="ellipse">
            <a:avLst/>
          </a:prstGeom>
          <a:ln w="15875">
            <a:solidFill>
              <a:srgbClr val="1A1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0472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trava dos pequenos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3584448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 com menos de 20 setores não é avaliado.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462272"/>
            <a:ext cx="475488" cy="475488"/>
          </a:xfrm>
          <a:prstGeom prst="ellipse">
            <a:avLst/>
          </a:prstGeom>
          <a:ln w="15875">
            <a:solidFill>
              <a:srgbClr val="1A1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62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0472" y="4425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testes de coerência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4425696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perfil do setor sustenta a renda declarada? Basta um falhar.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3949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449824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saída é um rótulo, não uma exclusão.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módulo não remove observação nenhuma. As duas versões da análise, com e sem os suspeitos, ficam publicadas lado a lado.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cai o corte, e em relação a quê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62456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3,0, não 1,5.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de outliers da EDA Central usa k = 1,5, o padrão do boxplot, que rotula a cauda inteira. Aqui a intenção não é descrever a cauda, é isolar o extremo distante para inspeção — então o corte é o de outlier extremo.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6520" y="1362456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é municipal.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 mil é comum em São Paulo e anômalo em Autazes. Um corte nacional mede a distância entre cidades, que não é o objeto: o IVS compara setores dentro da mesma cidade.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465576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38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123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de Tukey no critério de renda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3465576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3538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43400" y="4123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na tabela de outliers do deck principal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09560" y="3465576"/>
            <a:ext cx="35661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35387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09560" y="4123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os dois critérios marcam juntos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limiares convivem no projeto para finalidades diferentes: k = 1,5 descreve a forma da distribuição, k = 3,0 seleciona casos.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trava dos municípios pequenos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Abaixo de 20 setores o quartil do município não é confiável.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fora da detecção municipal, por não atingirem o mínimo de setores.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exclusao_rural_conferencia.csv, recorte urbano elegível.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28016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21214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176272"/>
            <a:ext cx="4005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dos 70 municípios ficam de fora.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Somam 118 setores. Nesses municípios o limite superior fica indefinido e nenhum setor pode ser marcado, então um erro de renda ali não é detectado. 58 municípios são efetivamente avaliados.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3800" y="391363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está na EDA Central.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limitação a declarar no artigo, junto com as outras três da penúltima página.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testes de coerência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 compara o setor com o próprio município. Basta um disparar.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Condição e limiar de cada teste de incoerência.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2082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src/ivs_censo/renda.py, função rastrear_outliers_renda.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13432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Condição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Limiar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e_favela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CD_TIPO = 1, ou seja, Favela e Comunidade Urbana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categoria, não limiar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pct_analfab_acima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do setor acima do do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(p50) local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pct_raca_pretpardind_acima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preta, parda ou indígena acima da do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terceiro quartil (p75) local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38587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13632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limiares são diferentes.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Central diz apenas "acima da mediana do município" para os dois. O de cor/raça é o p75, não a mediana.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4690872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classificação sai daí.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 e incoerente é SUSPEITO. Extremo e coerente é EXTREMO. O resto é NORMAL. Setor sem renda informada não é outlier de renda e fica em NORMAL.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resultado: as três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081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por classe, com o perfil de renda de cada uma.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renda_classes_resumo.csv. Recorte urbano elegível, 104.108 setores.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56816"/>
          <a:ext cx="106344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554480"/>
                <a:gridCol w="1828800"/>
                <a:gridCol w="1828800"/>
                <a:gridCol w="17647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máxima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10.167,85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18.332,37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14.106,20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15.716,64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96,775%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2.505,16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3.801,38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23.854,81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" y="39959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050792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que é fácil inverter.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mediana dos SUSPEITOS é MENOR que a dos EXTREMOS. Isso é coerente com o desenho: o critério não seleciona os valores mais altos, seleciona os valores altos no lugar errado.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519379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2669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852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suspeitos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519379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52669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3.292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343400" y="5852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 coerentes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5193792"/>
            <a:ext cx="35661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3.358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909560" y="5852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extremos rastreados ao todo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teste efetivamente pegou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abertura que a EDA Central não traz.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de testes que disparou em cada um dos 66 suspeitos.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2082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renda_outliers_rastreados.csv, coluna motivos.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13432"/>
          <a:ext cx="1063447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Combinação de testes que disparou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pct_analfab_acima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e_favela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e_favela + pct_analfab_acima + pct_raca_pretpardind_acima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e_favela + pct_analfab_acima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pct_raca_pretpardind_acima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pct_analfab_acima + pct_raca_pretpardind_acima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641080" y="207568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2130552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dos 66 disparam um só teste.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6 disparam os três. A suspeita, na maioria dos casos, se apoia num sinal único.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3456432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sinal único é o mais fraco.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são flagrados só por analfabetismo acima da mediana do município, que é evento de cerca de metade dos setores por construção. Esses merecem inspeção individual, não tratamento de bloco.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736592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dos 66 são favela.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e_favela é um dos testes, nenhum setor de favela pode cair em EXTREMO. Dizer que "nenhum extremo coerente é favela" repete a regra; não a confirma.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testes e o contraponto independente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banco_de_dados/eda/figuras/renda_criterio_motiv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53896"/>
            <a:ext cx="10058400" cy="33892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0200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quantos suspeitos cada teste marcou. À direita, o coeficiente de variação da renda nas duas classes.  banco_de_dados/eda/figuras/renda_criterio_motivos.png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77240" y="551383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568696"/>
            <a:ext cx="1063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CV não vem do critério.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de 1,48 entre os suspeitos contra 0,82 entre os extremos coerentes, quase o dobro. Como ele usa V06005, variável que a regra não consulta, é a única evidência aqui que não é circular.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maiores suspeitos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081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suspeitos de maior renda declarada.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renda_outliers_rastreados.csv. Razão = renda do setor ÷ mediana do município.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56816"/>
          <a:ext cx="106344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417320"/>
                <a:gridCol w="1691640"/>
                <a:gridCol w="1051560"/>
                <a:gridCol w="1143000"/>
                <a:gridCol w="777240"/>
                <a:gridCol w="658368"/>
                <a:gridCol w="658368"/>
                <a:gridCol w="108813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Bairro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CV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310620005650366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Senhor dos Passos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 + analfab +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150140255000432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Guamá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 + analfab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354520905000248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330455705330089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Rocinha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42.148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 + analfab +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355030881000403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292740805220740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Beiru / Tancredo Neves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355030806000114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330455705290362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Barra da Tijuca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11,1×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e mediana municipal em reais. CV = √V06005 ÷ V06004.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da vírgula fora do lugar, testada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do IBGE traz V06005, a variância do rendimento no setor.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valor de Belo Horizonte fosse R$ 1.704,18, isto é, 170.418,06 dividido por 100, e apenas a média tivesse deslizado uma casa decimal, o coeficiente de variação do setor seria da ordem de 526.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70632"/>
            <a:ext cx="246888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43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observado em Belo Horizonte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2770632"/>
            <a:ext cx="24688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2843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02152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nacional do CV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2770632"/>
            <a:ext cx="24688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843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27064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p99 do CV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2770632"/>
            <a:ext cx="24688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51976" y="2843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51976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p99,9 do CV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0873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4223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quer dizer.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variância publicada pelo IBGE é coerente com a média alta. O dado não indica erro de digitação: indica um setor com uma ou poucas declarações enormes puxando a média.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05663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consequência é mais incômoda.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corrige dividindo por 100, nem se resolve excluindo 66 setores. Argumenta-se por estatística robusta — posto ou logaritmo — para a variável inteira.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cego: erro em bairro rico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detecta incoerência de contexto, não implausibilidade de magnitude.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classificados EXTREMO que a coluna razao_implausivel denuncia.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renda_outliers_rastreados.csv, classe EXTREMO com razao_implausivel verdadeiro.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44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417320"/>
                <a:gridCol w="1947672"/>
                <a:gridCol w="1143000"/>
                <a:gridCol w="1234440"/>
                <a:gridCol w="868680"/>
                <a:gridCol w="914400"/>
                <a:gridCol w="96012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Bairro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261160605200257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Vasco da Gama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292740805090354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Patamares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61.671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37,7×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351880005000793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65.032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2.362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130260305110044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Aleixo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50.803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355030868000461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77.469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355030883000206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292740805270142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37.428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292740805070406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Horto Florestal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36.766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130260305130065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Ponta Negra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40.720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22,0×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12521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18007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Acima de 20× a mediana local.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coluna marca por magnitude, sem olhar o perfil do entorno: 13 setores em EXTREMO e 3 já em SUSPEITO.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46520" y="5180076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diagnóstico, não critério.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Promovê-la mudaria números já apresentados, então não foi feito sem sua palavra.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da tabela é o segundo maior valor de renda de toda a base.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 municipal não são o mesmo corte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081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marcados por cada critério, região a região.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renda_criterio_global_vs_municipal.csv.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56816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371600"/>
                <a:gridCol w="1463040"/>
                <a:gridCol w="1554480"/>
                <a:gridCol w="1737360"/>
                <a:gridCol w="10332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global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municipal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Coincidem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2.860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4,61%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" y="446227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517136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inversão entre Norte e Sudeste é o argumento inteiro.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critério global marca 4,61% do Sudeste e 1,32% do Norte, porque responde a "este setor é rico para o Brasil?". O municipal inverte, 7,40% no Norte e 2,22% no Sudeste, porque responde a "este setor destoa da própria cidade?".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5568696"/>
            <a:ext cx="1063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um índice intraurbano, a segunda pergunta é a certa.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3.988 marcados pelo global e 3.358 pelo municipal, apenas 1.673 estão nos dois.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com o tamanho do setor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se confirma pela metade, e a distinção importa.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e taxa de suspeita por faixa de tamanho do setor.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renda_setores_pequenos.csv. CV é o da renda dentro da faixa, não o do setor.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59152"/>
          <a:ext cx="106344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417320"/>
                <a:gridCol w="1417320"/>
                <a:gridCol w="1005840"/>
                <a:gridCol w="1188720"/>
                <a:gridCol w="13990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de domicílios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máxima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suspeitos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a 50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4.531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2.028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59.643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1,109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 a 100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11.121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10,68%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1,128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 a 200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47.197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45,33%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 a 400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39.966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38,39%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2.478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61.671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mais de 400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1,24%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2.386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25.898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1947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não depende do tamanho.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entre número de domicílios e renda: −0,031. O maior valor da base está num setor de 186 domicílios, que é o tamanho mediano.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46520" y="48646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491947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de suspeita depende.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0,265% nos setores de até 50 domicílios contra 0,045% nos de 201 a 400, seis vezes menos. O mecanismo existe e está medido; ele só não produz o maior valor.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limitações do critério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08176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separação favela / não favela é definição.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e_favela é um dos testes, então toda favela que seja outlier municipal cai em SUSPEITO e nenhuma pode cair em EXTREMO. A coluna "São favela?" repete a regra; não a valida.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5237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78608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sinal do analfabetismo é fraco.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Estar acima da mediana do município é evento de cerca de 50% por construção, e 40 dos 66 suspeitos são flagrados só por ele.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941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em bairro rico é invisível.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13 setores da tabela anterior saem como EXTREMO porque o entorno sustenta renda alta. Só razao_implausivel os denuncia.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8646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19472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pequenos ficam fora.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municípios e 118 setores não são avaliados, porque abaixo de 20 setores o quartil do município não é confiável.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recomendo, e o que depende da senhora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0817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os 66 suspeitos saiam do cálculo do índice e fiquem na EDA como achado de qualidade do dado, com as duas versões publicadas.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2231136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14016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argumento é a escala, não a média.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Autazes um único valor ruim comprime 81,4% dos setores no primeiro decil da normalização min-max; sem ele são 14,3%. Dos 63 municípios avaliados, 23 têm ao menos um suspeito.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9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decisões em aberto, que são de método.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4904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062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Minha leitura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Promover razao_implausivel a critério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Pegaria os 13 casos que hoje escapam. Muda números já apresentados.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Inspecionar os 40 suspeitos de sinal único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Trabalho manual e finito. Evita excluir setor legítimo por um teste fraco.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Transformar a variável, em log ou em posto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Mesmo sem os 66, Belo Horizonte fica com 70,8% no primeiro decil.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regra: src/ivs_censo/renda.py. As tabelas: scripts/auditoria_renda.py. Os 3.358 setores, um por linha: renda_outliers_rastreados.csv.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Critério de outliers de renda — IVS Censo 2022</dc:title>
  <dc:subject>PptxGenJS Presentation</dc:subject>
  <dc:creator>Pedro Dias Soares</dc:creator>
  <cp:lastModifiedBy>Pedro Dias Soares</cp:lastModifiedBy>
  <cp:revision>1</cp:revision>
  <dcterms:created xsi:type="dcterms:W3CDTF">2026-09-01T16:21:41Z</dcterms:created>
  <dcterms:modified xsi:type="dcterms:W3CDTF">2026-09-01T16:21:41Z</dcterms:modified>
</cp:coreProperties>
</file>