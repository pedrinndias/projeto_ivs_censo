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1A1A1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8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mar</c:v>
                  </c:pt>
                  <c:pt idx="1">
                    <c:v>abr</c:v>
                  </c:pt>
                  <c:pt idx="2">
                    <c:v>mai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ago</c:v>
                  </c:pt>
                  <c:pt idx="6">
                    <c:v>set</c:v>
                  </c:pt>
                  <c:pt idx="7">
                    <c:v>out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0</c:v>
                </c:pt>
                <c:pt idx="2">
                  <c:v>29</c:v>
                </c:pt>
                <c:pt idx="3">
                  <c:v>25</c:v>
                </c:pt>
                <c:pt idx="4">
                  <c:v>1</c:v>
                </c:pt>
                <c:pt idx="5">
                  <c:v>10</c:v>
                </c:pt>
                <c:pt idx="6">
                  <c:v>97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8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34C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56534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8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docs — documentação</c:v>
                  </c:pt>
                  <c:pt idx="1">
                    <c:v>feat — funcionalidade nova</c:v>
                  </c:pt>
                  <c:pt idx="2">
                    <c:v>fix — correção</c:v>
                  </c:pt>
                  <c:pt idx="3">
                    <c:v>chore — manutenção</c:v>
                  </c:pt>
                  <c:pt idx="4">
                    <c:v>sem prefixo (os primeiros)</c:v>
                  </c:pt>
                  <c:pt idx="5">
                    <c:v>data — dados regerados</c:v>
                  </c:pt>
                  <c:pt idx="6">
                    <c:v>refactor — reorganização</c:v>
                  </c:pt>
                  <c:pt idx="7">
                    <c:v>test — testes</c:v>
                  </c:pt>
                  <c:pt idx="8">
                    <c:v>merge</c:v>
                  </c:pt>
                  <c:pt idx="9">
                    <c:v>revert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</c:v>
                </c:pt>
                <c:pt idx="1">
                  <c:v>30</c:v>
                </c:pt>
                <c:pt idx="2">
                  <c:v>19</c:v>
                </c:pt>
                <c:pt idx="3">
                  <c:v>13</c:v>
                </c:pt>
                <c:pt idx="4">
                  <c:v>10</c:v>
                </c:pt>
                <c:pt idx="5">
                  <c:v>8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8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8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gerado por scripts/gerar_deck_cronologia.js em 05/10/2026. O histórico do git tem 167 commits, de 12/03/2026 a 01/10/2026. As datas de commit são as datas em que o trabalho entrou no git; quando um documento registra outra data para o mesmo fato, vale a do documento, e o slide diz qual.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unidade de análise é o setor censitário, e o índice de referência é o IVS-BH 2012 da SMSA-BH, refeito com o Censo 2022 e estendido aos 70 municípios do ELSI-Brasil (Estudo Longitudinal da Saúde dos Idosos Brasileiros). Cronograma do bolsista: análise de dados de março a setembro, cálculo do IVS em agosto e setembro, mapas em setembro, artigo de outubro a dezembro, relatório final de dezembro a fevereiro.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os oito arquivos da publicação do IBGE de agregados por setor. A base do projeto junta os oito pelo código do setor e filtra os 70 municípios do ELSI-Brasil no Notebook 01. A V00237 (só sanitário ou buraco), usada no banheiro graduado, foi extraída do arquivo de domicílio 2 em 26/09; a entrega à orientadora tem hoje 108 colunas.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109.032 setores nos 70 municípios. Recorte urbano: 104.108 (o filtro é aplicado na análise, não na extração — GUIA §6.2.5). IVS-7 com as sete variáveis: 87.545. Especificação de referência do NB05 (original·lixo_sem·banheiro_graduado·promax·60_40·municipal): 73.878 setores. A queda do recorte até a referência vem de variável ausente nos componentes do banheiro graduado ou da renda, em parte por sigilo (Relatorio_IVS_Final_NB05.md, achado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Abril não tem commit: é o mês do Programa de Inserção do IRR e do Curso Introdutório (cronograma do bolsista, GUIA §11). Julho tem um commit (16/07, o grafo); as demandas de julho foram implementadas em 09/08 e commitadas em 20 e 21/08. Setembro está partido em dois porque concentra quase metade do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tipo vem do prefixo convencional da mensagem; os primeiros commits, de março, ainda não usavam prefixo. 25/09/2026: 44 commits; 18/06/2026: 17 commits; 17/09/2026: 17 commits; 15/05/2026: 13 commits; 02/09/2026: 10 commits. O pico de 25/09 é a execução das demandas de setembro e da revisão geral, em seis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nomes antigos de cada deck estão em docs/Apresentacoes_IVS/README.md ("De onde vieram os nomes antigos"). Os decks do histórico não são regerados: ficam como foram apresentados. O de 15/05 ainda usa o denominador V01042, trocado em 22/05.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12/03 — Repositório criado com a primeira versão da pipeline
Notebooks de auditoria de integridade, de cálculo do índice e de formatação final — a Fase 1, hoje guardada em Backup/ como legado.
Fonte: git log; GUIA_DO_PROJETO.md §5.
2 commit(s) em 12/03/2026; deste item: 5a32e0b “Iniciando repo” · e0c8140 “Add notebooks for data integrity audit, vulnerability index calculation, and final formatting”
16/03 — Auditoria em SQLite: a contagem de colunas esperada é corrigida
Fonte: git log.
1 commit(s) em 16/03/2026; deste item: b4fdbcd “Fix expected column count in SQLite audit and update execution count to null”
25/03 — Variáveis multidimensionais
Fonte: git log.
1 commit(s) em 25/03/2026; deste item: 11c07e2 “Variaveis, multidimensionais”
mar–abr — Programa de Inserção do IRR e Curso Introdutório
Atividade do cronograma do bolsista; não deixa rastro no git.
Fonte: GUIA_DO_PROJETO.md §11 (cronograma do bolsista).
06/05 — Fase 2: o fluxo da análise multidimensional
Extração, processamento e metodologia organizados; README reescrito; documentadas as inconsistências entre as variáveis de esgoto e os denominadores.
Fonte: git log.
4 commit(s) em 06/05/2026; deste item: f67ec24 “feat: initialize Fase 2 workflow for multidimensional IVS analysis including extraction, processing, and methodological documentation notebooks” · 5943913 “docs: overhaul README with project restructuring details, methodology, and pipeline documentation” · cf1ec38 “docs: document internal methodological inconsistencies regarding sewage variables and denominators in project diagnostics and README.” · b7247fb “docs: update project structure documentation to reflect current directory organization”
14/05 — O GUIA_DO_PROJETO.md vira o documento mestre
É onde cada decisão de método passa a ser registrada, com justificativa, verificação e status.
Fonte: git log; GUIA_DO_PROJETO.md.
1 commit(s) em 14/05/2026; deste item: cc2033c “docs: adicionar GUIA_DO_PROJETO.md como documento mestre de retomada”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15/05 — Fase 3: o filtro dos 70 municípios do ELSI-Brasil e a primeira EDA
O Notebook 01 extrai e filtra os setores; o Notebook 02 faz a EDA pelo guia FIOCRUZ e pela metodologia oficial; renda com vírgula decimal e sigilo preservado nas proporções; relatório técnico (Markdown e Word) e o primeiro deck — ainda com o denominador V01042. Os legados vão para Backup/.
Fonte: git log.
13 commit(s) em 15/05/2026.
19/05 — Correções de integridade depois da auditoria
Com o relatório técnico de integridade (docs/relatorios/Relatorio_Integridade_Projeto.md).
Fonte: git log.
1 commit(s) em 19/05/2026; deste item: b915ab2 “fix(fase3): correções de integridade pós-auditoria + relatório técnico”
22/05 — O denominador muda de V01042 para V00001; o analfabetismo vira taxa
V00001 (domicílios particulares permanentes ocupados) é o equivalente exato do V002 que o IVS-BH 2012 usou no Censo 2010. O analfabetismo passa a V00901 ÷ (V00900 + V00901): a fórmula antiga, V00901 ÷ V00900, era razão e passava de 1 em alguns setores. Deck da revisão metodológica.
Fonte: git log; GUIA_DO_PROJETO.md §6.2.1 e §6.2.2.
2 commit(s) em 22/05/2026; deste item: 8fabfdf “fix(fase3): denominador V01042 → V00001 + correção da taxa de analfabetismo” · eaecfce “docs: apresentação PowerPoint da revisão metodológica (denominador + analfabetismo)”
25/05 — As bases dos 70 municípios e de Belo Horizonte vão para a orientadora
Em banco_de_dados/entrega_orientadora/, com o README reescrito em tom mais direto.
Fonte: git log.
3 commit(s) em 25/05/2026; deste item: ba25767 “data: bases dos 70 municípios ELSI e de Belo Horizonte solicitadas pela orientadora” · a75495e “docs(entrega): reescreve README da entrega da orientadora em tom mais direto” · da6aaca “docs: remove outdated information and clarify data sources in README”
28/05 — Deck das correções (commit 2fb2e30) e refatoração
Fonte: historico/2026-05-28_Correcoes_commit_2fb2e30.pptx; git log.
1 commit(s) em 28/05/2026; deste item: 11be1cf “Refactor code structure for improved readability and maintainability”
30/05 — Comparativo entre a EDA antiga e a nova; a EDA completa corrigida
Dois decks, hoje em docs/Apresentacoes_IVS/historico/.
Fonte: historico/; git log.
1 commit(s) em 30/05/2026; deste item: 5bb816a “Refactor code structure for improved readability and maintainability”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12/06 — Tudo sincronizado com o denominador V00001
Relatório de EDA regenerado (md e docx); Relatório de Integridade corrigido; divisão segura sem aviso; assimetria, curtose e duas correlações alinhadas ao CSV e à figura; deck completo revisado (o de 15/06 no histórico).
Fonte: git log.
5 commit(s) em 12/06/2026; deste item: 7e5ba4f “docs: sincroniza documentacao com a metodologia V00001 (revisao 22/05)” · b8664a1 “docs: regenera Relatorio de EDA (md+docx) e corrige Relatorio de Integridade” · 2bff3c9 “fix(fase3): safe_div sem RuntimeWarning” · 69ac4c2 “docs: apresentacao completa revisada da EDA Fase 3 (V00001)” · 8d0f262 “fix(eda): alinha arredondamento de assimetria/curtose e 2 correlacoes ao CSV/figura”
18/06 — O dicionário oficial do IBGE entra no projeto
As descrições das variáveis passam a vir da fonte oficial.
Fonte: git log.
17 commit(s) em 18/06/2026; deste item: 84755f4 “docs: adiciona dicionario oficial do IBGE (variaveis do projeto)”
18/06 — A caçamba (V00398) sai do lixo inadequado e volta no mesmo dia
Fica como destino inadequado por fidelidade ao Cálculo IVS2012, em que só a coleta porta a porta (V00397) é adequada. A ressalva fica registrada: o lixo é a variável menos correlacionada com as demais.
Fonte: git log; GUIA_DO_PROJETO.md §6.2.10.
17 commit(s) em 18/06/2026; deste item: 0bccce0 “fix(eda): corrige numerador de pct_lixo_inad (remove cacamba V00398)” · 8e711e8 “docs: corrige numerador de lixo no dicionario do projeto (remove cacamba V00398)” · bbbb920 “revert: restaura cacamba (V00398) no numerador de pct_lixo_inad” · 8600c84 “docs: registra que a cacamba (V00398) e lixo inadequado por fidelidade ao IVS-BH 2012”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18/06 — Indicadores descritivos novos
Habitação precária (domicílios improvisados e degradados), sem banheiro, responsável do sexo feminino (V01063), estrutura etária (crianças até 4 anos e idosos de 60 ou mais).
Fonte: git log.
17 commit(s) em 18/06/2026; deste item: ecf1115 “feat(fase3): variaveis de habitacao precaria (dom. improvisados + degradados)” · 4d02ad7 “feat(fase3): variaveis de inadequacao de banheiro (sem banheiro)” · 0e7988e “feat(fase3): variavel de responsavel do sexo feminino (domicilios chefiados por mulher)” · 79de9f6 “feat(fase3): estrutura etaria - criancas (&lt;5) e idosos (60+) por setor”
18/06 — Cobertura, urbano/rural e morfologia
Setores com 100% de cobertura (saneamento, dados, coleta de lixo); tabela urbano/rural (SITUACAO) nos três níveis; categorias de saneamento por banda e morfologia V00048–V00058 por região.
Fonte: git log.
17 commit(s) em 18/06/2026; deste item: 4bf038f “data(eda): tabelas de setores com 100% de cobertura (saneamento, dados, coleta de lixo)” · 52e7a34 “data(eda): tabela urbano/rural por setor (SITUACAO) nos 3 niveis” · abd8e04 “data(eda): contagem absoluta de responsaveis do sexo feminino (V01063) por municipio e regiao” · 86acee5 “data(eda): categorias de saneamento por banda e morfologia V00048-V00058 por regiao”
18/06 — O deck extenso da EDA Fase 3, com as seis demandas adicionais
Fonte: historico/2026-06-18_EDA_Fase3_seis_demandas.pptx.
17 commit(s) em 18/06/2026; deste item: b10c49d “docs: atualiza apresentacao da EDA Fase 3 (V00001)” · 2acd17b “docs(apresentacao): deck extenso da EDA Fase 3 + as 6 demandas adicionais” · 88f8dd4 “docs(apresentacao): adiciona slides de categorias de saneamento e morfologia V00048-V00058”
19/06 — A pipeline comentada linha a linha; as versões fixadas
Notebooks com outputs limpos; dependências com versão; procedência dos CSVs da EDA documentada.
Fonte: git log.
3 commit(s) em 19/06/2026; deste item: cabec11 “docs: sincroniza documentacao e corrige anotacao da cacamba no dicionario” · c2f467d “docs(notebooks): comenta a pipeline Fase 3 linha a linha e limpa outputs” · eaaab83 “chore: fixa versoes de dependencias e documenta procedencia dos CSVs da EDA”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08/07 — O primeiro grafo de conhecimento do projeto (graphify)
28 arquivos lidos; o grafo entra no git em 16/07, com a documentação de uso.
Fonte: graphify-out/cost.json; git log.
Nenhum commit em 08/07/2026: o registro é o documento citado.
julho — As sete demandas de julho da orientadora
Índice de envelhecimento; tabela de variáveis com a fonte; excluir setores rurais; agrupar as moradias convencionais; indicador de apartamento; vilas e favelas; proporções para o Brasil todo.
Fonte: GUIA_DO_PROJETO.md §6.4; docs/MANUAL_DO_PROJETO.md, parte C (uma subseção por demanda).
09/08 — As sete demandas, implementadas
IEP passa a 60+ ÷ menores de 15 (92,7 no recorte); 72 variáveis de 8 arquivos na tabela; recorte urbano com 104.108 setores (2,04% excluídos), aplicado na análise; 99,19% de moradias convencionais; apartamento (31,5%) fica fora do índice por não ter direção; FCU por CD_TIPO = 1: 19.452 setores no recorte (18,7%); a população do Brasil confere: 203.080.756.
Fonte: GUIA_DO_PROJETO.md §6.4; historico/2026-08-09_*.pptx.
Nenhum commit em 09/08/2026: o registro é o documento citado.
10/08 — Atualização parcial do grafo
Código e quatro figuras; dezesseis documentos ficaram pendentes.
Fonte: graphify-out/cost.json.
Nenhum commit em 10/08/2026: o registro é o documento citado.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20/08 — O módulo compartilhado src/ivs_censo
As fórmulas dos indicadores num lugar só, em forma declarativa: o NB02, o cálculo nacional e a entrega usam a mesma definição.
Fonte: git log; GUIA_DO_PROJETO.md §6.2.12.
1 commit(s) em 20/08/2026; deste item: c862bc0 “feat: add shared module for IVS Censo 2022 project”
21/08 — Ambiente reprodutível; a água canalizada pelo complemento de V00199
V00199, V00200 e V00201 fecham 100,00% de V00001 nos 81.270 setores com as três presentes; somar V00200 e V00201, que o IBGE sigila, deixaria 21,9% dos setores sem valor. Os notebooks passam a ler do módulo; o NB02 ganha a matriz 10 × 10.
Fonte: git log; GUIA_DO_PROJETO.md §6.2.9.
9 commit(s) em 21/08/2026; deste item: f8a7952 “chore(env): torna o ambiente reprodutível e capaz de rodar os notebooks” · e602d84 “feat(ivs_censo): canalização da água, rastreio de renda e procedência única” · d71f55f “refactor(notebooks): notebooks passam a ler do módulo; NB02 ganha 7h e matriz 10x10” · e1f90e3 “test: 43 -&gt; 59 testes, cobrindo renda, canalização e a matriz ampliada”
21/08 — Auditoria de renda, CSVs órfãos recuperados, testes de 43 para 59
Tabelas da EDA regeneradas com os blocos de renda e de água; a publicação do IBGE sobre favelas e a planilha de FCU por setor nas fontes; a EDA Central (1ª rodada), com roteiro; as decisões de agosto registradas.
Fonte: git log.
9 commit(s) em 21/08/2026; deste item: 2cfb1c4 “feat(scripts): auditoria de renda, recuperação dos CSVs órfãos e gerador do deck” · e1f90e3 “test: 43 -&gt; 59 testes, cobrindo renda, canalização e a matriz ampliada” · 9f60ed9 “data(eda): regenera as tabelas da EDA e acrescenta os blocos de renda e água” · 6ea6478 “docs(fontes): publicação do IBGE sobre favelas e a planilha de FCU por setor” · 41b43b9 “docs(apresentacoes): reorganiza a pasta e acrescenta a EDA Central com roteiro” · e923a52 “docs: registra as decisões de agosto e corrige afirmações obsoletas”
24/08 — O primeiro diagnóstico fatorial (geração 1)
scripts/diagnostico_fatorial.py mede a adequabilidade das bases candidatas à análise fatorial (resumo_adequabilidade.csv).
Fonte: banco_de_dados/eda/fatorial/README.md.
Nenhum commit em 24/08/2026: o registro é o documento citado.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02/09 — A auditoria de agosto
Proporções nacionais com numerador e denominador medidos nos mesmos setores; renda auditada com V06001/V06005 e o viés do sigilo parcial; a base de favelas completa separada do recorte de análise; regressões em teste.
Fonte: git log.
10 commit(s) em 02/09/2026; deste item: 0faba91 “fix(nacional): mede numerador e denominador nos mesmos setores” · 572d31b “feat(ivs_censo): auditoria da renda com V06001/V06005 e o viés do sigilo parcial” · dac6d98 “fix(favelas): separa a base completa do recorte de análise” · a009cd3 “test: regressões da auditoria de agosto” · d89f0b9 “docs: sincroniza a documentação com a auditoria de agosto e a 2ª rodada”
02/09 — A renda sem o extremo
O setor 310620005650366, de Belo Horizonte, tinha renda média de R$ 170.418,06 por responsável: entra na entrega a coluna renda_media_sem_extremo; a 2ª rodada da EDA sai sem o extremo, com o seu deck, o critério de renda por extenso e o roteiro.
Fonte: git log; banco_de_dados/eda/atualizada/README.md.
10 commit(s) em 02/09/2026; deste item: 572d31b “feat(ivs_censo): auditoria da renda com V06001/V06005 e o viés do sigilo parcial” · 5aa975d “feat(eda): diagnóstico fatorial, resumo da EDA e o critério de renda por extenso” · dbdc023 “feat(renda): coluna renda_media_sem_extremo no entregável” · acd2317 “feat(eda): 2ª rodada da EDA com a renda sem o extremo, e o deck que a apresenta” · d89f0b9 “docs: sincroniza a documentação com a auditoria de agosto e a 2ª rodada” · 7fe3536 “docs(roteiro): atualiza o roteiro da apresentação para a 2ª rodada”
02/09 — A raiz de docs/Apresentacoes_IVS passa a ter um arquivo só
O deck atual na raiz; o resto em complementos/ e em historico/, datado.
Fonte: git log.
10 commit(s) em 02/09/2026; deste item: 3482b4a “docs(apresentacoes): a raiz da pasta passa a ter um arquivo só”
13/09 — O livro da Enap e o plano do Notebook 04
Guia de leitura da análise fatorial (Enap, 2019) e o plano de implementação do NB04.
Fonte: git log.
1 commit(s) em 13/09/2026; deste item: d4ad6aa “docs(fatorial): guia de leitura do livro da Enap e plano do Notebook 04”
16/09 — Estudo e plano de execução do NB04 registrados
Fonte: git log.
1 commit(s) em 16/09/2026; deste item: 9725a95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17/09 — O NB04: a análise fatorial completa
Módulo com rotação oblíqua, eixo principal e escores; KMO 0,7826; IVS-6 com Varimax: 65,04% socioeconômica e 34,96% saneamento; Φ da promax 0,5215; AUC contra FCU: índice 0,8131 × renda sozinha 0,8819.
Fonte: banco_de_dados/eda/fatorial_ampliada/linha_de_base_nb04.csv.
17 commit(s) em 17/09/2026; deste item: d66a403 “feat(fatorial): módulo com rotação oblíqua, eixo principal e escores refinados” · 042ebf8 “feat(nb04): análise fatorial completa — pesos, escores e validação contra as favelas” · 9706c2f “docs(fatorial): relatório do NB04 e o deck que o apresenta” · 3e67913 “feat(nb04): correções da revisão, renda sem extremo, reflexivo × formativo e o código em R” · 80db6dd “docs(apresentacao): dois documentos de apoio para apresentar a fatorial” · ef82b5e “docs(apresentacao): anexa a EDA Central ao fim do deck da fatorial” · fad6760 “merge: traz o estudo da análise fatorial para o master” · 1fdacfc “docs(nb04): comenta o notebook linha a linha”
17/09 — Relatório, deck e as correções da primeira revisão
Renda sem o extremo, reflexivo × formativo e o código em R; dois documentos de apoio (o guia e o plano de emergência); a EDA Central anexada ao fim do deck da fatorial; o extremo de renda medido por dentro de BH (4 slides).
Fonte: git log.
17 commit(s) em 17/09/2026; deste item: 9706c2f “docs(fatorial): relatório do NB04 e o deck que o apresenta” · 3e67913 “feat(nb04): correções da revisão, renda sem extremo, reflexivo × formativo e o código em R” · 80db6dd “docs(apresentacao): dois documentos de apoio para apresentar a fatorial” · ef82b5e “docs(apresentacao): anexa a EDA Central ao fim do deck da fatorial” · f6fd79a “feat(eda): mede o extremo de renda por dentro de Belo Horizonte” · fa6f3b4 “docs(apresentacoes): anexa os 4 slides do extremo de BH ao deck”
17/09 — A auditoria integral, de ponta a ponta
22 achados, registrados em docs/relatorios/Auditoria_Integral_2026-09.md.
Fonte: git log; Revisao_Geral_2026-09.md ("Estado dos 22 achados").
17 commit(s) em 17/09/2026; deste item: 3e39cf9 “docs: auditoria integral do projeto, de ponta a ponta”
17/09 — docs/ em quatro subpastas, e a casa arrumada
metodologia, relatorios, prompts e referencias; as bases da Fase 2 arquivadas; a procedência de 61 CSVs; o índice dos 18 executáveis; o NB04 comentado linha a linha.
Fonte: git log.
17 commit(s) em 17/09/2026; deste item: 8d33c3e “refactor(docs): organiza docs/ por tipo de uso, em quatro subpastas” · 0b94c96 “chore(backup): arquiva as bases da Fase 2 e tira do git a que estava versionada” · 1ae5c4c “docs(eda): registra a procedência dos 61 CSVs que não tinham” · c3b79aa “docs(scripts): índice dos 18 executáveis, com o que cada um gera” · 1fdacfc “docs(nb04): comenta o notebook linha a linha”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44 commits de 25/09 estão divididos pelos itens; cada nota lista os do item.
25/09 — A revisão geral do repositório inteiro
83 achados (92 brutos, 9 fundidos por serem o mesmo defeito visto de duas frentes); 17 deles introduzidos depois da auditoria de 17/09.
Fonte: docs/relatorios/Revisao_Geral_2026-09.md.
44 commit(s) em 25/09/2026; deste item: 4baf045 “docs(relatorios): revisão geral do repositório inteiro” · 792e7c9 “fix(nb04): corrige achados da revisão geral e regera com a Varimax corrigida”
25/09 — O plano de execução das demandas de setembro, em seis fases
Da Fase 0 (linha de base) à Fase 5 (o resto da revisão, em lotes); o estado de cada fase em estado_demandas_2026-09.md.
Fonte: git log.
44 commit(s) em 25/09/2026; deste item: 44f4cbb
25/09 — Fase 0 — linha de base e destravamentos
A Varimax passa a parar pela variação da rotação (máx |ΔR| &lt; 10⁻¹⁰), não antes de convergir; a razão agregada nacional de pct_sem_agua_canalizada passa a aplicar o complemento (0,986 → 0,0138); a regra banco_de_dados/*.csv volta ao .gitignore; a linha de base do NB04 é gravada.
Fonte: estado_demandas_2026-09.md.
44 commit(s) em 25/09/2026; deste item: bfb9581 “fix(fatorial): a Varimax para pela variação da rotação, não antes” · fe53b61 “fix(nacional): a razão agregada de pct_sem_agua_canalizada aplica o complemento” · b8f1bc9 “chore(gitignore): restaura a regra banco_de_dados/*.csv” · 621395e “docs(demandas): linha de base do NB04 e estado da execução” · 792e7c9 “fix(nb04): corrige achados da revisão geral e regera com a Varimax corrigida” · 5e36b7c “docs(Apresentacoes_IVS): completa a tabela de complementos/ com os 2 PDFs que faltavam”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44 commits de 25/09 estão divididos pelos itens; cada nota lista os do item.
25/09 — Fases 1 e 2 — renda, quadro e a fatorial ampliada
A renda imputada com a mediana municipal (R$ 3.058,24 no setor extremo); o quadro de 28 indicadores; a grade de cenários S0–S7 sem bootstrap, com as três rendas e os postos no município.
Fonte: estado_demandas_2026-09.md.
44 commit(s) em 25/09/2026; deste item: 30a35ce “feat(renda): imputa a mediana municipal como alternativa à exclusão do extremo” · 38955b1 “feat(indicadores): quadro de indicadores da entrega e dicionário sem lacuna” · 2dd246a “feat(fatorial): rodar_cenario devolve um cenário inteiro num dicionário” · e3a5594 “feat(fatorial-ampliada): grade de cenários sem bootstrap para as demandas 3 e 5–11”
25/09 — Fases 3 e 4 — o NB04 corrigido, o 04b e os slides
O NB04 regerado com a Varimax corrigida; o Notebook 04b em sete blocos; inventário e roteiro do deck; o juntador de decks recriado; três números errados corrigidos nos slides (AUD-07, DEC-1, AUD-04) e o guia de apoio com 16.548 no lugar de 16.563 (AUD-08); o bloco da fatorial ampliada anexado.
Fonte: estado_demandas_2026-09.md.
44 commit(s) em 25/09/2026; deste item: 792e7c9 “fix(nb04): corrige achados da revisão geral e regera com a Varimax corrigida” · 82fdf1a “docs(demandas): registra a Fase 3 parcial (correções do NB04; 04b pendente)” · 1feecb0 “feat(fatorial-ampliada): notebook 04b chama o motor da Fase 2 em sete blocos” · e409ea2 “docs(demandas): fecha a Fase 3 (notebook 04b executado e conferido)” · 0058911 “feat(apresentacao): inventaria os artefatos e propõe roteiro para o deck final” · 4f36ea2 “feat(apresentacao): recria o juntador de decks, com tema/master/layout/mídia” · 2db764a “docs(demandas): registra a Fase 4 parcial (curadoria e juntador feitos)” · 3f042ca “fix(apresentacao): corrige três números errados no deck da fatorial (AUD-07, DEC-1, AUD-04)” · 8a3267e “fix(apresentacao): guia de apoio ganha 16.548 e as três definições que faltavam (AUD-08, DEC-2/3/4)” · 17e479b “docs(demandas): registra a Fase 4 sessão 2 (4.2.3 e 4.2.4 feitos; 4.2.2 e 4.2.5 pendentes)” · 62e28d3 “feat(apresentacao): anexa o bloco de slides da fatorial ampliada (4.2.2)” · 9466d67 “docs(demandas): fecha a Fase 4 (4.2.2 e 4.2.5 feitos, sessão 3)”
25/09 — Fase 5 — o resto da revisão, em quatro lotes
A: escores oblíquos, Heywood e cauda do qui-quadrado (FAT-04, FAT-06, FAT-12) e astype(str) == '1' trocado por comparação numérica em cinco lugares. B: testes da promax, de Bartlett, de Horn e do bootstrap. C: documentação. D: package.json versionado, dependências declaradas, o gerador do dicionário resgatado.
Fonte: estado_demandas_2026-09.md.
44 commit(s) em 25/09/2026; deste item: 201a596 “docs(demandas): abre a Fase 5 lote A (diagnóstico completo, execução pendente)” · e7cf6a8 “docs(demandas): abre a Fase 5 lote B (diagnóstico completo, execução pendente)” · e79b534 “docs(demandas): sincroniza status do NB04, contagens e nota do par a par (Fase 5, lote C)” · 5ffd1cb “docs(apresentacoes): corrige o README sobre qual deck é o atual (AUD-03) e um commit inexistente (HIG-13)” · 940dd48 “docs(demandas): registra a Fase 5 lote C parcial (sessão 1, execução automática)” · 1db27e9 “chore(git): versiona package.json e package-lock.json (AUD-10)” · a70dfc9 “chore(deps): declara reportlab e python-docx no requirements.txt (F4)” · 4355847 “docs(demandas): resgata o gerador do dicionário de variáveis e fecha a Fase 5 lote D (HIG-08)” · 4c203f9 “fix(fatorial): corrige escores obliquos, heywood e cauda do qui-quadrado (FAT-04, FAT-06, FAT-12)” · ecf1d5d “fix(F2): troca astype(str)=='1' por comparacao numerica nos 5 lugares frageis” · 82a4ad4 “teste(fatorial): trava promax IVS-6, Bartlett gl/p, Horn, alinhar_cargas e percentis do bootstrap (FAT-07); renda x cor/raca par a par vs listwise (L3); robustez a sinal do numpy&gt;=1.26 no CSV de referencia (HIG-05)” · d935010 “docs(demandas): fecha a Fase 5 lote B (testes) e registra desvio de commit unico” · 05b43fc “docs(fatorial): completa D4 nos 3 documentos que faltavam (Fase 5 lote C)” · 4922909 “fix(HIG-09): corrige V00398 de queimado para cacamba no gerador do dicionario” · b597cc0 “docs(HIG-11): regera a arvore de estrutura_projeto.md a partir de git ls-files” · 6800484 “docs(demandas): fecha a Fase 5 lote C (sessão 2) e registra o que mudou”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26/09 — O plano dos testes de especificação e do NB05
Nove itens: as rendas, as rotações, os pesos na solução oblíqua, o lixo, o banheiro graduado, o motor de especificações, o que estava inferido sem verificação, as pendências pequenas e o Notebook 05.
Fonte: estado_nb05_2026-09.md.
10 commit(s) em 26/09/2026; deste item: 7ab9bbe
26/09 — Fase A — o que estava inferido vira verificação; as pendências pequenas
O caminho de saída do gerador do dicionário; o slide 45 da EDA Central; os scripts eda reexecutados depois da troca do filtro; os arquivos únicos das worktrees órfãs resgatados.
Fonte: estado_nb05_2026-09.md.
10 commit(s) em 26/09/2026; deste item: af3aac0 “docs(HIG-08): corrige caminho de saída do gerador do dicionário e confere conteúdo” · 2782e97 “docs(EDA-Central): corrige caminho do relatório citado no slide 45” · 1c62435 · 53c1c21 “docs(worktrees): resgata arquivos unicos das worktrees orfas antes da limpeza” · 720d85b “docs(estado): fecha a Fase A com A.5, A.6 e A.7”
26/09 — Fase B — a V00237 e o banheiro graduado
A V00237 extraída do Censo; a partição fecha: V00495 = V00236 + V00237 + V00238 em 91.199 de 91.199 setores com as quatro presentes; o indicador graduado é (1·V00236 + 2·V00237 + 3·V00238) ÷ (3·V00001); a entrega regenerada com 108 colunas.
Fonte: banco_de_dados/eda/fatorial_ampliada/banheiro_particao.csv.
10 commit(s) em 26/09/2026; deste item: f5ad123 “feat(banheiro): extrai V00237 e constroi a particao graduada (B.1-B.3)” · 1a7d545 “dados(entrega): regenera com V00237 e os indicadores do banheiro graduado” · f010da1 “docs: atualiza contagens de colunas e indicadores e fecha a Fase B”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27/09 — Fase C — o motor de especificações
324 especificações (18 bases × 9 esquemas de peso × 2 normalizações); 192 elegíveis pelos critérios fixados antes de rodar; a referência proposta e três leituras alternativas.
Fonte: banco_de_dados/eda/ivs_especificacoes/especificacoes.csv.
9 commit(s) em 27/09/2026; deste item: fb4009b “feat(ivs): motor de especificacoes do IVS e testes (C.2, C.5)” · f8176b8 “dados(ivs_especificacoes): grade de especificacoes, referencia proposta e figuras (C.3, C.4)” · af13adc “docs(estado): fecha a Fase C (motor de especificacoes do IVS)”
27/09 — Fase D — o Notebook 05, o relatório e os slides
O NB05 gerado e executado por nbformat e nbclient; o relatório com números só de CSV; os slides do IVS final anexados ao deck da fatorial (hoje com 114 slides).
Fonte: git log.
9 commit(s) em 27/09/2026; deste item: 5b148dc “feat(nb05): gera o Notebook 05 (calculo do IVS final) via nbformat/nbclient” · 158b149 “docs(relatorios): relatorio do IVS final (D.2), numeros so de CSV” · 6877911 · 8d23f95 “docs(estado): registra o progresso da Fase D e o que falta (D.3)” · 9eeb15a “feat(nb05): anexa os slides do IVS final ao deck (D.3)” · 600dfcd “docs(estado): fecha a Fase D inteira (D.3 e conclusao)”
27/09 — As cinco worktrees órfãs vão para a Lixeira
597 MB, movidos pelo Terminal (mv, nunca rm), depois de resgatados os dois arquivos únicos.
Fonte: estado_nb05_2026-09.md, pós-Fase D.
9 commit(s) em 27/09/2026.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30/09 — A estrutura do deck consertada
Master registrado duas vezes, colisão de identificador e layouts órfãos; juntar_decks.py ganha a etapa que conserta a estrutura e três testes.
Fonte: git log.
5 commit(s) em 30/09/2026; deste item: 219bb52 “fix(juntar-decks): conserta master/layout duplicado e órfão no pacote OOXML” · b5a5442 “fix(deck-fatorial): repara a estrutura OOXML do deck da análise fatorial” · 3980989 “docs(scripts): indexa os executáveis novos e registra worktrees + conserto do deck”
30/09 — O grafo do código e o que o grafo não lê
.graphifyignore: dados, figuras, arquivos do Office, PDFs gerados e o Backup/ ficam de fora.
Fonte: git log.
5 commit(s) em 30/09/2026; deste item: 72d8850 “chore(graphify): atualiza o grafo de código e define o que o grafo não lê”
01/10 — O grafo lê os documentos
2.025 nós, 2.740 arestas e 195 comunidades: o código, os documentos e os dois PDFs de referência num mapa só.
Fonte: graphify-out/graph.json.
1 commit(s) em 01/10/2026; deste item: 2d0c909 “chore(graphify): lê os 44 documentos e funde a parte semântica no grafo”
01/10 — O branch principal passa a se chamar main
Fonte: git reflog ("checkout: moving from master to main", 01/10/2026).
05/10 — Estas duas apresentações
A cronologia (esta) e a das demandas de setembro, geradas por script a partir do git e dos CSVs.
scripts/gerar_deck_cronologia.js e scripts/gerar_deck_demandas_setembro.js.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decisão tem, no GUIA, a justificativa, a alternativa descartada e a verificação. Três princípios orientam todas (GUIA §6.1), o primeiro deles a fidelidade à metodologia-fonte, o IVS-BH 2012 — é por ele que a caçamba ficou como destino inadequado, apesar da ressalva empírica.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critérios de elegibilidade e de escolha foram escritos no plano do NB05 antes de a grade rodar, para não escolher a especificação pelo resultado. O critério de estabilidade, porém, degenera nos pesos fixos (50/50 e 60/40): a amplitude do peso de F1 é zero por construção — é a principal razão para desconfiar da referência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22/05 — A taxa de analfabetismo antiga passava de 1
V00901 ÷ V00900 é razão entre analfabetos e alfabetizados, não taxa.
Fonte: GUIA_DO_PROJETO.md §6.2.2.
2 commit(s) em 22/05/2026; deste item: 8fabfdf “fix(fase3): denominador V01042 → V00001 + correção da taxa de analfabetismo” · eaecfce “docs: apresentação PowerPoint da revisão metodológica (denominador + analfabetismo)”
18/06 — O lixo é a variável que menos conversa com as outras
A única em que o recorte ELSI está pior que o Brasil urbano; a ressalva acompanha a decisão da caçamba.
Fonte: GUIA_DO_PROJETO.md §6.2.10.
17 commit(s) em 18/06/2026; deste item: 0bccce0 “fix(eda): corrige numerador de pct_lixo_inad (remove cacamba V00398)” · 8e711e8 “docs: corrige numerador de lixo no dicionario do projeto (remove cacamba V00398)” · bbbb920 “revert: restaura cacamba (V00398) no numerador de pct_lixo_inad” · 8600c84 “docs: registra que a cacamba (V00398) e lixo inadequado por fidelidade ao IVS-BH 2012”
09/08 — Quase um em cada cinco setores urbanos do recorte é favela ou comunidade urbana
19.452 setores (18,7%); CD_TIPO = 1 e NM_FCU coincidem nos 468.099 setores do país.
Fonte: GUIA_DO_PROJETO.md §6.2.8 e §6.4.
Nenhum commit em 09/08/2026: o registro é o documento citado.
21/08 — Água: as três variáveis fecham o total
V00199 + V00200 + V00201 = V00001 em 100,00% dos 81.270 setores com as três presentes.
Fonte: GUIA_DO_PROJETO.md §6.2.9.
9 commit(s) em 21/08/2026; deste item: e602d84 “feat(ivs_censo): canalização da água, rastreio de renda e procedência única” · e1f90e3 “test: 43 -&gt; 59 testes, cobrindo renda, canalização e a matriz ampliada”
02/09 — Um setor de BH com renda média de R$ 170.418,06
Sozinho, ele muda o reescalonamento min-max da renda de todos os setores; daí a coluna sem o extremo e, em setembro, a mediana municipal.
Fonte: banco_de_dados/eda/atualizada/README.md; Revisao_Geral_2026-09.md.
10 commit(s) em 02/09/2026; deste item: 572d31b “feat(ivs_censo): auditoria da renda com V06001/V06005 e o viés do sigilo parcial” · 5aa975d “feat(eda): diagnóstico fatorial, resumo da EDA e o critério de renda por extenso” · dbdc023 “feat(renda): coluna renda_media_sem_extremo no entregável” · acd2317 “feat(eda): 2ª rodada da EDA com a renda sem o extremo, e o deck que a apresenta”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17/09 — O índice do NB04 separa as favelas pior que a renda sozinha
AUC 0,8131 contra 0,8819; a média simples dos postos, sem peso nenhum, fica em 0,8533.
Fonte: linha_de_base_nb04.csv.
17 commit(s) em 17/09/2026; deste item: 042ebf8 “feat(nb04): análise fatorial completa — pesos, escores e validação contra as favelas” · 9706c2f “docs(fatorial): relatório do NB04 e o deck que o apresenta” · 3e67913 “feat(nb04): correções da revisão, renda sem extremo, reflexivo × formativo e o código em R” · 1fdacfc “docs(nb04): comenta o notebook linha a linha”
25/09 — A Varimax parava antes de convergir
FAT-01: agora para quando a rotação deixa de variar (máx |ΔR| &lt; 10⁻¹⁰); o NB04 foi regerado.
Fonte: Revisao_Geral_2026-09.md; estado_demandas_2026-09.md.
44 commit(s) em 25/09/2026; deste item: bfb9581 “fix(fatorial): a Varimax para pela variação da rotação, não antes” · 792e7c9 “fix(nb04): corrige achados da revisão geral e regera com a Varimax corrigida”
25/09 — A proporção nacional de “sem água canalizada” saía pelo avesso
A razão agregada não aplicava o complemento: 0,986 em vez de 0,0138 (IND-1).
Fonte: estado_demandas_2026-09.md.
44 commit(s) em 25/09/2026; deste item: fe53b61 “fix(nacional): a razão agregada de pct_sem_agua_canalizada aplica o complemento” · 5e36b7c “docs(Apresentacoes_IVS): completa a tabela de complementos/ com os 2 PDFs que faltavam”
25/09 — Sem o lixo, a fatorial pede um fator só
No IVS-6 (S1), Kaiser e Horn indicam 1 fator; com o lixo (S0), ele forma um fator próprio.
Fonte: fatorial_ampliada/cenarios.csv.
44 commit(s) em 25/09/2026; deste item: e3a5594 “feat(fatorial-ampliada): grade de cenários sem bootstrap para as demandas 3 e 5–11”
26/09 — A partição do banheiro é exata
V00495 = V00236 + V00237 + V00238 em 91.199 de 91.199 setores.
Fonte: fatorial_ampliada/banheiro_particao.csv.
10 commit(s) em 26/09/2026; deste item: f5ad123 “feat(banheiro): extrai V00237 e constroi a particao graduada (B.1-B.3)” · 1a7d545 “dados(entrega): regenera com V00237 e os indicadores do banheiro graduado”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27/09 — O IVS-7 do NB04 não passa nos critérios
A comunalidade da água fica em 0,253, abaixo de 0,30; sem o lixo, ou com a V00495, a fatoração passa.
Fonte: ivs_especificacoes/especificacoes.csv.
9 commit(s) em 27/09/2026; deste item: fb4009b “feat(ivs): motor de especificacoes do IVS e testes (C.2, C.5)” · f8176b8 “dados(ivs_especificacoes): grade de especificacoes, referencia proposta e figuras (C.3, C.4)” · af13adc “docs(estado): fecha a Fase C (motor de especificacoes do IVS)”
27/09 — A renda sozinha vence o índice em todas as especificações elegíveis
Global em 192 de 192 e no município em 192 de 192; dentro dos decis de renda de cada município, o índice separa melhor em 192 de 192.
Fonte: ivs_especificacoes/acrescimo_renda.csv.
9 commit(s) em 27/09/2026; deste item: fb4009b “feat(ivs): motor de especificacoes do IVS e testes (C.2, C.5)” · f8176b8 “dados(ivs_especificacoes): grade de especificacoes, referencia proposta e figuras (C.3, C.4)” · af13adc “docs(estado): fecha a Fase C (motor de especificacoes do IVS)”
27/09 — O critério de estabilidade degenera nos pesos fixos
Com 50/50 ou 60/40 a amplitude do peso de F1 é zero por construção — e é isso que decide a referência proposta.
Fonte: ivs_especificacoes/referencia.csv; Relatorio_IVS_Final_NB05.md.
9 commit(s) em 27/09/2026; deste item: fb4009b “feat(ivs): motor de especificacoes do IVS e testes (C.2, C.5)” · f8176b8 “dados(ivs_especificacoes): grade de especificacoes, referencia proposta e figuras (C.3, C.4)” · af13adc “docs(estado): fecha a Fase C (motor de especificacoes do IVS)”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14/05 — Um documento mestre
O GUIA_DO_PROJETO.md concentra identidade, método, decisões e plano.
Fonte: git log.
1 commit(s) em 14/05/2026; deste item: cc2033c “docs: adicionar GUIA_DO_PROJETO.md como documento mestre de retomada”
15/05 — O legado vai para Backup/
As Fases 1 e 2 ficam como histórico; a pipeline ativa passa a ser notebooks/Fase3_EDA_ELSI/.
Fonte: git log; GUIA_DO_PROJETO.md §5.
13 commit(s) em 15/05/2026; deste item: ee1a7b8 “Separando arquivos legados na area de backup”
19/06 — Versões fixadas e procedência dos CSVs
Fonte: git log.
3 commit(s) em 19/06/2026; deste item: eaaab83 “chore: fixa versoes de dependencias e documenta procedencia dos CSVs da EDA”
20/08 — O código sai dos notebooks
src/ivs_censo para as fórmulas; scripts/ para os executáveis.
Fonte: git log.
1 commit(s) em 20/08/2026; deste item: c862bc0 “feat: add shared module for IVS Censo 2022 project”
21/08 — O ambiente roda do zero; 59 testes
Fonte: git log.
9 commit(s) em 21/08/2026; deste item: f8a7952 “chore(env): torna o ambiente reprodutível e capaz de rodar os notebooks” · e1f90e3 “test: 43 -&gt; 59 testes, cobrindo renda, canalização e a matriz ampliada”
02/09 — Uma apresentação na raiz; o resto datado
complementos/ para o apoio, historico/ para o que saiu de circulação.
Fonte: git log.
10 commit(s) em 02/09/2026; deste item: 3482b4a “docs(apresentacoes): a raiz da pasta passa a ter um arquivo só”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17/09 — docs/ por tipo de uso
metodologia/, relatorios/, prompts/, referencias/ e Apresentacoes_IVS/; o índice dos executáveis em scripts/README.md; a procedência de 61 CSVs.
Fonte: git log.
17 commit(s) em 17/09/2026; deste item: 8d33c3e “refactor(docs): organiza docs/ por tipo de uso, em quatro subpastas” · 1ae5c4c “docs(eda): registra a procedência dos 61 CSVs que não tinham” · c3b79aa “docs(scripts): índice dos 18 executáveis, com o que cada um gera”
25/09 — O repositório limpo
package.json versionado; estrutura_projeto.md regerada a partir de git ls-files.
Fonte: git log.
44 commit(s) em 25/09/2026; deste item: 1db27e9 “chore(git): versiona package.json e package-lock.json (AUD-10)” · b597cc0 “docs(HIG-11): regera a arvore de estrutura_projeto.md a partir de git ls-files”
27/09 — As worktrees órfãs fora; os decks montados por script
O juntador de decks acrescenta blocos ao deck atual sem regerá-lo.
Fonte: estado_nb05_2026-09.md.
9 commit(s) em 27/09/2026; deste item: 8d23f95 “docs(estado): registra o progresso da Fase D e o que falta (D.3)” · 9eeb15a “feat(nb05): anexa os slides do IVS final ao deck (D.3)” · 600dfcd “docs(estado): fecha a Fase D inteira (D.3 e conclusao)”
01/10 — O grafo do projeto e o branch main
Um mapa navegável do código e dos documentos, para achar onde cada coisa está.
Fonte: git log.
1 commit(s) em 01/10/2026; deste item: 2d0c909 “chore(graphify): lê os 44 documentos e funde a parte semântica no grafo”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pasta dados/ (entrada bruta do IBGE, 2,4 GB) não está no git. O mapa completo, pasta por pasta, está em docs/MANUAL_DO_PROJETO.md, parte A, e a árvore em estrutura_projeto.md.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GUIA §8 ainda marca o NB05, a normalização municipal e as faixas como pendentes; o NB05 já calcula as três coisas para a especificação de referência. O que falta é a escolha — e ela é da orientadora.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perguntas à orientadora, com os números de cada uma, estão no deck das demandas de setembro (complementos/Demandas_Setembro_IVS_2026-10.pptx) e no relatório do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deck não tem número digitado que exista em CSV: se um CSV mudar, basta rodar o gerador de novo. Os fatos que só existem em documento estão citados no pé de cada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IVS · CENSO 2022 · FIOCRUZ MINAS — INSTITUTO RENÉ RACHOU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Cronologia do projeto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processo inteiro, em ordem: o que mudou, quando, por quê, o que se descobriu e como o repositório foi organizado — de março a outubro de 2026.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· Iniciação Científica · 167 commits, de 12/03/2026 a 01/10/2026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este deck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data e cada número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datas.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as do commit no git, salvo quando o documento registra outra — trabalho feito antes de ir ao git, como as demandas de julho, implementadas em 09/08 e commitadas em 20 e 21/08. Nesses casos o slide diz qual documento.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Saem dos CSVs que os scripts gravam, lidos na hora em que este deck é gerado: linha de base do NB04, cenários da fatorial ampliada, grade do NB05, partição do banheiro, grafo. Os que só existem em documento citam o documento.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anotações.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página do diário leva, nas anotações do apresentador, a fonte de cada item e os commits do dia com o hash — para ir do slide ao histórico sem procurar.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35570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61188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capítulos em ordem de data, de março a outubro; depois três leituras transversais — as decisões de método, os achados e a organização do repositório — e, no fim, onde o projeto está e o que vem.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em uma página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Identidade, objetivo e pergunta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0749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</a:tblGrid>
              <a:tr h="277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Vulnerabilidade à Saúde (IVS) intraurbano — Censo Demográfico 2022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Iniciação Científica (bolsista)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Instituição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Fiocruz Minas — Instituto René Rachou (IRR)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Período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março de 2026 a fevereiro de 2027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censitário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 dos 70 municípios da amostra do ELSI-Brasil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2012, da Secretaria Municipal de Saúde de Belo Horizonte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Produto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Final de IC e artigo submetido a periódico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810512"/>
            <a:ext cx="5148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um IVS intraurbano por setor censitário para os 70 municípios do ELSI-Brasil, com o Censo 2022, e analisar a sua distribuição espacial.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63640" y="2862072"/>
            <a:ext cx="5148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distribui a vulnerabilidade à saúde nos setores desses municípios, e que padrões intraurbanos de desigualdade aparecem?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3640" y="3913632"/>
            <a:ext cx="5148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periféricos têm IVS mais alto que as áreas centrais (o padrão centro-periferia da literatura); a nula é a ausência de padrão espacial.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4910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4965192"/>
            <a:ext cx="5148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ecológico; IVS contínuo de 0 a 1, depois categorizado em quatro faixas de risco.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GUIA_DO_PROJETO.md, §1 e §2.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dados: oito arquivos do Censo 2022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Agregados por setor censitário, publicados pelo IBGE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39593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(Agregados por Setores, Censo 2022)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Variáveis-chave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…_basico_BR_20250417.csv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Identificação e população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CD_SETOR, NM_MUN, v0001, v0005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…_caracteristicas_domicilio1_BR.csv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 habitacional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V00001, V00002, V00005, V00006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…_caracteristicas_domicilio2_BR_20250417.csv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Água, esgoto, lixo, banheiro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…_alfabetizacao_BR.csv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Educação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(sabe ler, 15+), V00901 (não sabe, 15+)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…_cor_ou_raca_BR.csv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 ou raça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V01318, V01320, V01321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…_renda_responsavel_BR.csv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(rendimento médio mensal do responsável)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…_demografia_BR.csv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Idade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V01031–V01033 (0 a 14 anos)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…_parentesco_BR.csv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Responsáveis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V01042 (o denominador abandonado em maio)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GUIA_DO_PROJETO.md, §7 (os 8 arquivos-fonte).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a cada etapa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base dos 70 municípios ao IVS final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ELSI: todos os setores dos 70 municípios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banheiro_particao.csv (uma linha por setor)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0" y="1993392"/>
            <a:ext cx="5120640" cy="384048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9" name="Text 7"/>
          <p:cNvSpPr/>
          <p:nvPr/>
        </p:nvSpPr>
        <p:spPr>
          <a:xfrm>
            <a:off x="9738360" y="1984248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pPr indent="0" marL="0">
              <a:buNone/>
            </a:pPr>
            <a:r>
              <a:rPr lang="en-US" sz="13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100,0%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urbano (SITUACAO = Urbana)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GUIA_DO_PROJETO.md §2 e §6.4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2926080"/>
            <a:ext cx="4889387" cy="384048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/>
          <p:nvPr/>
        </p:nvSpPr>
        <p:spPr>
          <a:xfrm>
            <a:off x="9738360" y="2916936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pPr indent="0" marL="0">
              <a:buNone/>
            </a:pPr>
            <a:r>
              <a:rPr lang="en-US" sz="13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95,5%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813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IVS-7: as sete variáveis presentes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fatorial_ampliada/cenarios.csv, S0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3858768"/>
            <a:ext cx="4111512" cy="384048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7" name="Text 15"/>
          <p:cNvSpPr/>
          <p:nvPr/>
        </p:nvSpPr>
        <p:spPr>
          <a:xfrm>
            <a:off x="9738360" y="3849624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87.545</a:t>
            </a:r>
            <a:pPr indent="0" marL="0">
              <a:buNone/>
            </a:pPr>
            <a:r>
              <a:rPr lang="en-US" sz="13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80,3%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745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final: a especificação de referência do NB05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202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ivs_especificacoes/especificacoes.csv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4791456"/>
            <a:ext cx="3469648" cy="384048"/>
          </a:xfrm>
          <a:prstGeom prst="rect">
            <a:avLst/>
          </a:prstGeom>
          <a:solidFill>
            <a:srgbClr val="8C2F27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4782312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73.878</a:t>
            </a:r>
            <a:pPr indent="0" marL="0">
              <a:buNone/>
            </a:pPr>
            <a:r>
              <a:rPr lang="en-US" sz="13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67,8%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742432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país inteiro são 468.099 setores (GUIA §6.2.8): é a base da comparação Brasil × ELSI. A perda até o IVS final é dado ausente — sobretudo sigilo do IBGE na renda e nas partes do banheiro graduado.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do tempo em uma página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marcos de cada mês; o número abaixo do mês é o de commits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e abril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commits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76272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12/3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e a primeira pipeline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87502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16/3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em SQLite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389630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25/3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multidimensionais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904234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 no IRR e curso introdutório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06549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6549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commits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6549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0829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6549" y="2176272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o fluxo multidimensional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06549" y="269087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GUIA do projeto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06549" y="3205480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filtro ELSI e a 1ª EDA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06549" y="3720084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V00001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06549" y="4234688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à orientadora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35858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Junho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35858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commits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35858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138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5858" y="2176272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refeita com V00001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35858" y="269087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novos; a caçamba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35858" y="3205480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comentada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65167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65167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commit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5167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9447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5167" y="2176272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grafo do projeto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65167" y="269087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demandas da orientadora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94476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94476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commits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4476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48756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4476" y="2176272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de julho feitas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094476" y="269087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src/ivs_censo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094476" y="3205480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pelo V00199; EDA Central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94476" y="3904234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diagnóstico fatorial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23785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Set. 1–17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423785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commits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23785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8065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23785" y="2176272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Auditoria; renda sem o extremo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423785" y="2875026"/>
            <a:ext cx="1201293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da Enap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423785" y="3205480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NB04: a fatorial; auditoria integral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753094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Set. 18–30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753094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commits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753094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07374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53094" y="2176272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geral; demandas de setembro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753094" y="287502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V00237: banheiro graduado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753094" y="3389630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NB05: o IVS final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753094" y="3904234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deck consertada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082403" y="1481328"/>
            <a:ext cx="1201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0082403" y="1755648"/>
            <a:ext cx="1201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commit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082403" y="2048256"/>
            <a:ext cx="1237869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36683" y="1481328"/>
            <a:ext cx="0" cy="448056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82403" y="2176272"/>
            <a:ext cx="120129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grafo lê os documentos; branch main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0082403" y="2875026"/>
            <a:ext cx="12012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Estas apresentações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 (commits por período); sem commit: GUIA_DO_PROJETO.md §6.4 e §11; graphify-out/cost.json.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ritmo do trabalho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 commits: por mês e por tipo de mudança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 por mês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73736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6751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 por tipo de mudança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583680" y="173736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dias mais intensos: </a:t>
            </a:r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 (44) · 18/06 (17) · 17/09 (17) · 15/05 (13) · 02/09 (10)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o tipo é o prefixo da mensagem do commit (feat, fix, docs…).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apresentações que ficaram pelo caminho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docs/Apresentacoes_IVS/historico/ — cada uma como estava no dia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10607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138160"/>
                <a:gridCol w="12801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Apresentação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15/05/2026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EDA inicial denominador V01042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22/05/2026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Revisao denominador analfabetismo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28/05/2026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Correcoes commit 2fb2e30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30/05/2026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Comparativo EDA antiga vs nova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30/05/2026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EDA completa corrigida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15/06/2026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EDA Fase3 revisada 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18/06/2026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EDA Fase3 seis demandas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Andamento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Andamento rev2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Retomada e demandas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21/08/2026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EDA Central 1a rodada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780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Hoje, na raiz da pasta: </a:t>
            </a:r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Analise_Fatorial_NB04_2026-09.pptx (114 slides) — a apresentação atual, com a EDA Central, a fatorial ampliada e o IVS final anexados. Estes dois decks novos ficam em complementos/.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a pasta historico/ (data do nome do arquivo); slides contados no pacote .pptx.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a maio — a base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repositório vazio à primeira EDA com o filtro ELSI e à troca do denominador.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a maio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pipeline, a Fase 3 e o denominador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GUIA_DO_PROJETO.md.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12/03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criado com a primeira versão da pipeline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Notebooks de auditoria de integridade, de cálculo do índice e de formatação final — a Fase 1, hoje guardada em Backup/ como legado.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16/03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em SQLite: a contagem de colunas esperada é corrigida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2592578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2059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011680" y="270230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multidimensionais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298577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1378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mar–abr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011680" y="3095498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Inserção do IRR e Curso Introdutório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011680" y="3360674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do cronograma do bolsista; não deixa rastro no git.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3612388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404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06/05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011680" y="372211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o fluxo da análise multidimensional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011680" y="398729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Extração, processamento e metodologia organizados; README reescrito; documentadas as inconsistências entre as variáveis de esgoto e os denominadores.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443585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563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14/05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011680" y="454558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GUIA_DO_PROJETO.md vira o documento mestre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011680" y="481076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onde cada decisão de método passa a ser registrada, com justificativa, verificação e status.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506247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a maio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pipeline, a Fase 3 e o denominador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GUIA_DO_PROJETO.md.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15/05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o filtro dos 70 municípios do ELSI-Brasil e a primeira EDA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Notebook 01 extrai e filtra os setores; o Notebook 02 faz a EDA pelo guia FIOCRUZ e pela metodologia oficial; renda com vírgula decimal e sigilo preservado nas proporções; relatório técnico (Markdown e Word) e o primeiro deck — ainda com o denominador V01042. Os legados vão para Backup/.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5930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211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19/05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7028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Correções de integridade depois da auditoria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96799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relatório técnico de integridade (docs/relatorios/Relatorio_Integridade_Projeto.md).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22/05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denominador muda de V01042 para V00001; o analfabetismo vira taxa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594608"/>
            <a:ext cx="94000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V00001 (domicílios particulares permanentes ocupados) é o equivalente exato do V002 que o IVS-BH 2012 usou no Censo 2010. O analfabetismo passa a V00901 ÷ (V00900 + V00901): a fórmula antiga, V00901 ÷ V00900, era razão e passava de 1 em alguns setores. Deck da revisão metodológica.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2400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680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43497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bases dos 70 municípios e de Belo Horizonte vão para a orientadora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61492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banco_de_dados/entrega_orientadora/, com o README reescrito em tom mais direto.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86664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94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28/05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11680" y="4976368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das correções (commit 2fb2e30) e refatoração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77240" y="525983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87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30/05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011680" y="536956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entre a EDA antiga e a nova; a EDA completa corrigida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011680" y="563473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decks, hoje em docs/Apresentacoes_IVS/historico/.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588645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Junho — a EDA cresce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denominador novo em tudo, os indicadores descritivos e a caçamba que saiu e voltou.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Sincronização com V00001 e os indicadores novos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GUIA_DO_PROJETO.md §6.2.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12/06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sincronizado com o denominador V00001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 EDA regenerado (md e docx); Relatório de Integridade corrigido; divisão segura sem aviso; assimetria, curtose e duas correlações alinhadas ao CSV e à figura; deck completo revisado (o de 15/06 no histórico).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18/06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dicionário oficial do IBGE entra no projeto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descrições das variáveis passam a vir da fonte oficial.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18/06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caçamba (V00398) sai do lixo inadequado e volta no mesmo dia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 como destino inadequado por fidelidade ao Cálculo IVS2012, em que só a coleta porta a porta (V00397) é adequada. A ressalva fica registrada: o lixo é a variável menos correlacionada com as demais.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8463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Junho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Sincronização com V00001 e os indicadores novos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GUIA_DO_PROJETO.md §6.2.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18/06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descritivos novos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(domicílios improvisados e degradados), sem banheiro, responsável do sexo feminino (V01063), estrutura etária (crianças até 4 anos e idosos de 60 ou mais).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18/06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Cobertura, urbano/rural e morfologia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100% de cobertura (saneamento, dados, coleta de lixo); tabela urbano/rural (SITUACAO) nos três níveis; categorias de saneamento por banda e morfologia V00048–V00058 por região.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18/06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deck extenso da EDA Fase 3, com as seis demandas adicionais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361289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09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19/06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011680" y="372262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comentada linha a linha; as versões fixadas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011680" y="398780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Notebooks com outputs limpos; dependências com versão; procedência dos CSVs da EDA documentada.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23951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e agosto — retomada e módulo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grafo, as sete demandas de julho e o código que sai dos notebooks.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e agosto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julho, o módulo e a água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GUIA_DO_PROJETO.md; graphify-out/cost.json.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08/07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grafo de conhecimento do projeto (graphify)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arquivos lidos; o grafo entra no git em 16/07, com a documentação de uso.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demandas de julho da orientadora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57429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envelhecimento; tabela de variáveis com a fonte; excluir setores rurais; agrupar as moradias convencionais; indicador de apartamento; vilas e favelas; proporções para o Brasil todo.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09/08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demandas, implementadas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passa a 60+ ÷ menores de 15 (92,7 no recorte); 72 variáveis de 8 arquivos na tabela; recorte urbano com 104.108 setores (2,04% excluídos), aplicado na análise; 99,19% de moradias convencionais; apartamento (31,5%) fica fora do índice por não ter direção; FCU por CD_TIPO = 1: 19.452 setores no recorte (18,7%); a população do Brasil confere: 203.080.756.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0431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711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10/08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415290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Atualização parcial do grafo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41807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e quatro figuras; dezesseis documentos ficaram pendentes.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66979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e agosto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julho, o módulo e a água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GUIA_DO_PROJETO.md; graphify-out/cost.json.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20/08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módulo compartilhado src/ivs_censo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fórmulas dos indicadores num lugar só, em forma declarativa: o NB02, o cálculo nacional e a entrega usam a mesma definição.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21/08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reprodutível; a água canalizada pelo complemento de V00199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57429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V00199, V00200 e V00201 fecham 100,00% de V00001 nos 81.270 setores com as três presentes; somar V00200 e V00201, que o IBGE sigila, deixaria 21,9% dos setores sem valor. Os notebooks passam a ler do módulo; o NB02 ganha a matriz 10 × 10.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21/08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de renda, CSVs órfãos recuperados, testes de 43 para 59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da EDA regeneradas com os blocos de renda e de água; a publicação do IBGE sobre favelas e a planilha de FCU por setor nas fontes; a EDA Central (1ª rodada), com roteiro; as decisões de agosto registradas.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8463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743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24/08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9560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diagnóstico fatorial (geração 1)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22122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scripts/diagnostico_fatorial.py mede a adequabilidade das bases candidatas à análise fatorial (resumo_adequabilidade.csv).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47294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Setembro, primeira quinzena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auditoria de agosto, a renda sem o extremo e a análise fatorial do NB04.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Setembro, 1 a 17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Auditoria, renda e o Notebook 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linha_de_base_nb04.csv.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auditoria de agosto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Proporções nacionais com numerador e denominador medidos nos mesmos setores; renda auditada com V06001/V06005 e o viés do sigilo parcial; a base de favelas completa separada do recorte de análise; regressões em teste.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sem o extremo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 310620005650366, de Belo Horizonte, tinha renda média de R$ 170.418,06 por responsável: entra na entrega a coluna renda_media_sem_extremo; a 2ª rodada da EDA sai sem o extremo, com o seu deck, o critério de renda por extenso e o roteiro.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raiz de docs/Apresentacoes_IVS passa a ter um arquivo só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59460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deck atual na raiz; o resto em complementos/ e em historico/, datado.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8463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743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13/09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9560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da Enap e o plano do Notebook 04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22122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de leitura da análise fatorial (Enap, 2019) e o plano de implementação do NB04.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47294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009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16/09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11680" y="4582668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e plano de execução do NB04 registrados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77240" y="486613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Setembro, 1 a 17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Auditoria, renda e o Notebook 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linha_de_base_nb04.csv.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NB04: a análise fatorial completa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com rotação oblíqua, eixo principal e escores; KMO 0,7826; IVS-6 com Varimax: 65,04% socioeconômica e 34,96% saneamento; Φ da promax 0,5215; AUC contra FCU: índice 0,8131 × renda sozinha 0,8819.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Relatório, deck e as correções da primeira revisão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extremo, reflexivo × formativo e o código em R; dois documentos de apoio (o guia e o plano de emergência); a EDA Central anexada ao fim do deck da fatorial; o extremo de renda medido por dentro de BH (4 slides).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auditoria integral, de ponta a ponta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59460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achados, registrados em docs/relatorios/Auditoria_Integral_2026-09.md.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8463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743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17/09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9560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 em quatro subpastas, e a casa arrumada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221226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metodologia, relatorios, prompts e referencias; as bases da Fase 2 arquivadas; a procedência de 61 CSVs; o índice dos 18 executáveis; o NB04 comentado linha a linha.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66979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de setembro — a revisão e as demandas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dia, 44 commits: a revisão geral e as seis fases das demandas de setembro.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de setembro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revisão geral e as demandas de setembro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Revisao_Geral_2026-09.md; estado_demandas_2026-09.md.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revisão geral do repositório inteiro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achados (92 brutos, 9 fundidos por serem o mesmo defeito visto de duas frentes); 17 deles introduzidos depois da auditoria de 17/09.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de execução das demandas de setembro, em seis fases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Fase 0 (linha de base) à Fase 5 (o resto da revisão, em lotes); o estado de cada fase em estado_demandas_2026-09.md.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 — linha de base e destravamentos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Varimax passa a parar pela variação da rotação (máx |ΔR| &lt; 10⁻¹⁰), não antes de convergir; a razão agregada nacional de pct_sem_agua_canalizada passa a aplicar o complemento (0,986 → 0,0138); a regra banco_de_dados/*.csv volta ao .gitignore; a linha de base do NB04 é gravada.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0431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de setembro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revisão geral e as demandas de setembro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Revisao_Geral_2026-09.md; estado_demandas_2026-09.md.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1 e 2 — renda, quadro e a fatorial ampliada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imputada com a mediana municipal (R$ 3.058,24 no setor extremo); o quadro de 28 indicadores; a grade de cenários S0–S7 sem bootstrap, com as três rendas e os postos no município.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3 e 4 — o NB04 corrigido, o 04b e os slides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NB04 regerado com a Varimax corrigida; o Notebook 04b em sete blocos; inventário e roteiro do deck; o juntador de decks recriado; três números errados corrigidos nos slides (AUD-07, DEC-1, AUD-04) e o guia de apoio com 16.548 no lugar de 16.563 (AUD-08); o bloco da fatorial ampliada anexado.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4165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445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5262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 — o resto da revisão, em quatro lotes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791458"/>
            <a:ext cx="94000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A: escores oblíquos, Heywood e cauda do qui-quadrado (FAT-04, FAT-06, FAT-12) e astype(str) == '1' trocado por comparação numérica em cinco lugares. B: testes da promax, de Bartlett, de Horn e do bootstrap. C: documentação. D: package.json versionado, dependências declaradas, o gerador do dicionário resgatado.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4368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e 27 de setembro — os testes e o IVS final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nove itens da etapa seguinte: as variantes de cada escolha, o banheiro graduado e o Notebook 05.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e 27 de setembro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A a D: do banheiro graduado ao NB05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estado_nb05_2026-09.md; CSVs de ivs_especificacoes/.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dos testes de especificação e do NB05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 itens: as rendas, as rotações, os pesos na solução oblíqua, o lixo, o banheiro graduado, o motor de especificações, o que estava inferido sem verificação, as pendências pequenas e o Notebook 05.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A — o que estava inferido vira verificação; as pendências pequenas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de saída do gerador do dicionário; o slide 45 da EDA Central; os scripts eda reexecutados depois da troca do filtro; os arquivos únicos das worktrees órfãs resgatados.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B — a V00237 e o banheiro graduado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594608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V00237 extraída do Censo; a partição fecha: V00495 = V00236 + V00237 + V00238 em 91.199 de 91.199 setores com as quatro presentes; o indicador graduado é (1·V00236 + 2·V00237 + 3·V00238) ÷ (3·V00001); a entrega regenerada com 108 colunas.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0431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e 27 de setembro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A a D: do banheiro graduado ao NB05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estado_nb05_2026-09.md; CSVs de ivs_especificacoes/.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C — o motor de especificações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 especificações (18 bases × 9 esquemas de peso × 2 normalizações); 192 elegíveis pelos critérios fixados antes de rodar; a referência proposta e três leituras alternativas.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D — o Notebook 05, o relatório e os slides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NB05 gerado e executado por nbformat e nbclient; o relatório com números só de CSV; os slides do IVS final anexados ao deck da fatorial (hoje com 114 slides).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worktrees órfãs vão para a Lixeira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59460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597 MB, movidos pelo Terminal (mv, nunca rm), depois de resgatados os dois arquivos únicos.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8463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30/09 até hoje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do deck, o grafo do projeto e estas duas apresentações.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30/09 até hoje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deck consertado e o grafo que lê os documentos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log; graphify-out/graph.json.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do deck consertada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registrado duas vezes, colisão de identificador e layouts órfãos; juntar_decks.py ganha a etapa que conserta a estrutura e três testes.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grafo do código e o que o grafo não lê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.graphifyignore: dados, figuras, arquivos do Office, PDFs gerados e o Backup/ ficam de fora.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01/10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grafo lê os documentos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2.025 nós, 2.740 arestas e 195 comunidades: o código, os documentos e os dois PDFs de referência num mapa só.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6494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77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01/10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75920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branch principal passa a se chamar main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" y="404266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70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05/10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011680" y="415239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Estas duas apresentações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011680" y="441756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cronologia (esta) e a das demandas de setembro, geradas por script a partir do git e dos CSVs.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466928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decisões de método, em ordem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decidido, quando, e o que ficou para a orientadora.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decisões consolidadas do GUIA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GUIA_DO_PROJETO.md §6.2 — a data é a do commit ou a registrada no GUIA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8503920"/>
                <a:gridCol w="13533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§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 domiciliar: V00001, não V01042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22/05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Analfabetismo: V00901 ÷ (V00900 + V00901), uma taxa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22/05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moradores: (V00005 + V00006) ÷ (V00001 + V00002), como o V0005 do IBGE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avaliado na ordem ZERADO → SIGILOSO → COLETIVO → OK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 urbano aplicado na análise, não na extração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Sigilo do IBGE vira ausente, nunca zero; o analfabetismo não é imputado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Envelhecimento: IEP = 60+ ÷ menores de 15 (Galvão et al., 2025)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 e comunidade urbana: CD_TIPO = 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 pelo complemento de V00199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caçamba (V00398) é destino inadequado, como no IVS-BH 2012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18/06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 descritivos ficam fora do índice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09/08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6.2.12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fórmulas vivem no módulo compartilhado src/ivs_censo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GUIA_DO_PROJETO.md §6.2; “—”: o GUIA não registra a data e nenhum commit a isola.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de setembro, e o que não é decisão minha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Fixadas antes de rodar a grade do NB05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≥ 0,70; MSA mínimo ≥ 0,50; comunalidade mínima ≥ 0,30; maior carga de cada variável ≥ 0,40. Especificação que falha em um critério não entra.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04495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as elegíveis, a de melhor posição média em três critérios de peso igual: estabilidade (deixando um município de fora), AUC contra FCU dentro do município e parcimônia.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2511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Incerteza.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Sensibilidade por município, deixando um de fora por vez, em vez de bootstrap. Números só de CSV, em todo documento e slide.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099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64792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 com a orientadora.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renda (original, sem o extremo, mediana municipal); qual rotação; como dividir os pesos na solução oblíqua; se o lixo entra; se o banheiro entra, e em qual versão; a normalização (no município ou global); a regra das faixas (IVS-BH 2012 ou quartis). O NB05 responde cada uma com números, sem fechar nenhuma.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Relatorio_IVS_Final_NB05.md (Método); estado_nb05_2026-09.md.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achados, em ordem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descobriu sobre os dados e sobre o próprio código, na ordem em que apareceu.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dados e do código, na ordem em que apareceram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nas anotações, item a item.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22/05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de analfabetismo antiga passava de 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V00901 ÷ V00900 é razão entre analfabetos e alfabetizados, não taxa.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18/06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 é a variável que menos conversa com as outras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57429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única em que o recorte ELSI está pior que o Brasil urbano; a ressalva acompanha a decisão da caçamba.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28260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540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09/08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29357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um em cada cinco setores urbanos do recorte é favela ou comunidade urbana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20090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19.452 setores (18,7%); CD_TIPO = 1 e NM_FCU coincidem nos 468.099 setores do país.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4526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806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21/08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5623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Água: as três variáveis fecham o total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382752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+ V00200 + V00201 = V00001 em 100,00% dos 81.270 setores com as três presentes.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07924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07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11680" y="4188968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setor de BH com renda média de R$ 170.418,06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011680" y="4454144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Sozinho, ele muda o reescalonamento min-max da renda de todos os setores; daí a coluna sem o extremo e, em setembro, a mediana municipal.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4902708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dados e do código, na ordem em que apareceram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nas anotações, item a item.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do NB04 separa as favelas pior que a renda sozinha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0,8131 contra 0,8819; a média simples dos postos, sem peso nenhum, fica em 0,8533.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Varimax parava antes de convergir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57429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FAT-01: agora para quando a rotação deixa de variar (máx |ΔR| &lt; 10⁻¹⁰); o NB04 foi regerado.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28260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540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29357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nacional de “sem água canalizada” saía pelo avesso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20090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razão agregada não aplicava o complemento: 0,986 em vez de 0,0138 (IND-1).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4526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806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5623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 lixo, a fatorial pede um fator só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382752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IVS-6 (S1), Kaiser e Horn indicam 1 fator; com o lixo (S0), ele forma um fator próprio.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07924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07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26/09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11680" y="4188968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partição do banheiro é exata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011680" y="4454144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V00495 = V00236 + V00237 + V00238 em 91.199 de 91.199 setores.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4705858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dados e do código, na ordem em que apareceram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nas anotações, item a item.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IVS-7 do NB04 não passa nos critérios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comunalidade da água fica em 0,253, abaixo de 0,30; sem o lixo, ou com a V00495, a fatoração passa.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vence o índice em todas as especificações elegíveis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57429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em 192 de 192 e no município em 192 de 192; dentro dos decis de renda de cada município, o índice separa melhor em 192 de 192.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critério de estabilidade degenera nos pesos fixos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50/50 ou 60/40 a amplitude do peso de F1 é zero por construção — e é isso que decide a referência proposta.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6494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organização, em ordem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repositório chegou à forma de hoje: pastas, módulo, testes, documentação e apresentações.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organização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notebook solto ao repositório que se explica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14/05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documento mestre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GUIA_DO_PROJETO.md concentra identidade, método, decisões e plano.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938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740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15/05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30911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legado vai para Backup/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57429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Fases 1 e 2 ficam como histórico; a pipeline ativa passa a ser notebooks/Fase3_EDA_ELSI/.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28260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540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19/06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29357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Versões fixadas e procedência dos CSVs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321919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472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20/08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011680" y="332892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código sai dos notebooks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011680" y="359410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src/ivs_censo para as fórmulas; scripts/ para os executáveis.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384581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7383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21/08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011680" y="395554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roda do zero; 59 testes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423900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36702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011680" y="434873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apresentação na raiz; o resto datado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011680" y="461391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complementos/ para o apoio, historico/ para o que saiu de circulação.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486562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organização (continuação)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notebook solto ao repositório que se explica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log. Commits do dia nas anotações.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 por tipo de uso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metodologia/, relatorios/, prompts/, referencias/ e Apresentacoes_IVS/; o índice dos executáveis em scripts/README.md; a procedência de 61 CSVs.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repositório limpo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package.json versionado; estrutura_projeto.md regerada a partir de git ls-files.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02285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087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13258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worktrees órfãs fora; os decks montados por script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39775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juntador de decks acrescenta blocos ao deck atual sem regerá-lo.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64947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77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01/10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75920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grafo do projeto e o branch main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02437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mapa navegável do código e dos documentos, para achar onde cada coisa está.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27609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repositório hoje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Pastas, o que guardam e quantos arquivos têm no git (05/10/2026)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035040"/>
                <a:gridCol w="15819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Pasta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guarda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Arquivos no git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notebooks/Fase3_EDA_ELSI/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pipeline ativa: NB01, NB02, NB04, NB04b e NB05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src/ivs_censo/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 compartilhado: fontes, indicadores, renda, fatorial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scripts/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Executáveis: entrega, auditorias, fatorial, NB05, decks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Testes (pytest): 103 coletados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banco_de_dados/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Saídas: entrega à orientadora, EDA, fatorial, NB05, nacional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docs/metodologia/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Guias de leitura e notas de método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docs/relatorios/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Relatórios: EDA, integridade, NB04, NB05, auditorias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docs/prompts/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Planos de execução e os arquivos de estado de cada fase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docs/referencias/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Material de terceiros (IVS-BH 2012, plano de trabalho)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docs/Apresentacoes_IVS/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deck atual na raiz; complementos/ e historico/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Backup/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Legado: Fases 1 e 2, denominador V01042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graphify-out/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grafo de conhecimento do projeto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git ls-files, na hora da geração; testes: pytest --collect-only.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projeto está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cronograma contra o que foi feito, e o que vem depois.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cronograma contra o realizado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em 05/10/2026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143000"/>
                <a:gridCol w="58338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Previsto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Consistência do banco de dados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mar–jul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Feita: auditorias de maio, agosto e setembro; revisão geral com 83 achados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descritiva (EDA)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mar–set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Feita: NB02 e a EDA Central em duas rodadas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Demandas de julho (7)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Feitas em 09/08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Demandas de setembro (11) e os 9 itens seguintes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Feitos de 25 a 27/09; respostas da orientadora pendentes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Cálculo do IVS: fatorial, pesos, normalização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ago–set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NB04, NB04b e NB05: 192 especificações elegíveis e uma referência proposta; as escolhas são da orientadora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Faixas de risco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Calculadas no NB05 para a referência, pelas duas regras; a regra a decidir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Mapas temáticos (QGIS)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Pendentes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Artigo científico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out–dez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 preenchido; redação pendente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Final de IC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dez–fev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começar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GUIA_DO_PROJETO.md §8 e §11; Relatorio_IVS_Final_NB05.md.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depois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ordem em que um passo destrava o seguinte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824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9720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As escolhas da orientadora.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rotação, pesos na oblíqua, lixo, banheiro, normalização e faixas — com os números do NB05 ao lado de cada pergunta.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23744"/>
            <a:ext cx="9720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 IVS final fechado.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a especificação escolhida, gravar o índice e as faixas por setor e conferir contra a referência proposta.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9720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Os mapas temáticos.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e as faixas por setor no QGIS, município a município.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096512"/>
            <a:ext cx="9720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O artigo.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ordem do plano: tabelas, método, resultados, discussão, introdução e resumo (checklist STROBE).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882896"/>
            <a:ext cx="9720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O relatório final de IC.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dezembro a fevereiro, com a submissão do artigo em fevereiro de 2027.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GUIA_DO_PROJETO.md §10–§12; Relatorio_IVS_Final_NB05.md (perguntas à orientadora).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saiu esta cronologia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refazer, conferir ou continuar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106344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083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Fonte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deu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git log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167 commits, de 12/03/2026 a 01/10/2026; datas, contagens, tipos e as notas de cada item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GUIA_DO_PROJETO.md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Identidade, objetivo, decisões de método (§6.2), demandas de julho (§6.4), cronograma (§11)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fatorial_ampliada/*.csv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Linha de base do NB04, cenários S0–S7, partição do banheiro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ivs_especificacoes/*.csv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Grade do NB05, referência proposta, o índice contra a renda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estado_demandas e estado_nb05 (2026-09)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cada fase de setembro fez, e quando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docs/relatorios/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Revisão geral, auditoria integral, relatórios do NB04 e do NB05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graphify-out/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tamanho do grafo do projeto e as datas das suas leituras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6235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Gerado por scripts/gerar_deck_cronologia.js em 05/10/2026. Para refazer: node scripts/gerar_deck_cronologia.js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Cronologia do Projeto IVS — Censo 2022</dc:title>
  <dc:subject>PptxGenJS Presentation</dc:subject>
  <dc:creator>Pedro Dias Soares</dc:creator>
  <cp:lastModifiedBy>Pedro Dias Soares</cp:lastModifiedBy>
  <cp:revision>1</cp:revision>
  <dcterms:created xsi:type="dcterms:W3CDTF">2026-10-05T12:35:35Z</dcterms:created>
  <dcterms:modified xsi:type="dcterms:W3CDTF">2026-10-05T12:35:35Z</dcterms:modified>
</cp:coreProperties>
</file>