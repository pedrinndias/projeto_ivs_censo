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D2413B4-991B-2FF1-87E1-A95AEA90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6E241A-92AA-6DAD-3031-CCB97D20EB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70E38-9B1F-4DFA-BFD7-0C447CDADE5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EE4FC1-A425-A93B-3D2F-F344D079B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ED8C0C-E809-7FB3-0636-D3218F828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0CBC6-1CC9-4001-AE6E-41A6F5C17D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107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913CB-ECD4-4CC1-8F40-AF8C3B526E0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507B-8D53-437B-B4D7-3602D889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5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5507B-8D53-437B-B4D7-3602D889123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17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FF496-E02D-12EB-A4CE-96C9F5EE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DFCCE-6D94-7BDD-E32F-D06A1A50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9ADEB1-4845-7428-4F95-B5DE13F4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43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04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6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846103-F1E0-18C8-B3FD-C0013D8B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7D955-F34F-3EC5-F047-4A31CD00D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A50A6A-59A7-D45D-6903-E6608D50F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4DC2E-72B8-4C1A-9639-9D001E2D0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87943-B131-8493-90D8-5934E38C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4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AFB49F2-7AD7-5DF2-0F52-70E51BF9827B}"/>
              </a:ext>
            </a:extLst>
          </p:cNvPr>
          <p:cNvSpPr txBox="1"/>
          <p:nvPr/>
        </p:nvSpPr>
        <p:spPr>
          <a:xfrm>
            <a:off x="0" y="241794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/>
              <a:t>Título, fonte </a:t>
            </a:r>
            <a:r>
              <a:rPr lang="pt-BR" sz="2200" b="1" dirty="0" err="1"/>
              <a:t>Calibri</a:t>
            </a:r>
            <a:r>
              <a:rPr lang="pt-BR" sz="2200" b="1" dirty="0"/>
              <a:t>, tamanho 22, negrito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354C32-E805-53E5-AF0E-3418D2CF6F11}"/>
              </a:ext>
            </a:extLst>
          </p:cNvPr>
          <p:cNvSpPr txBox="1"/>
          <p:nvPr/>
        </p:nvSpPr>
        <p:spPr>
          <a:xfrm>
            <a:off x="0" y="321355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Aluno(a): fonte </a:t>
            </a:r>
            <a:r>
              <a:rPr lang="pt-BR" sz="1600" b="1" dirty="0" err="1"/>
              <a:t>Calibri</a:t>
            </a:r>
            <a:r>
              <a:rPr lang="pt-BR" sz="1600" b="1" dirty="0"/>
              <a:t>, 16, negrito</a:t>
            </a:r>
          </a:p>
          <a:p>
            <a:pPr algn="ctr"/>
            <a:r>
              <a:rPr lang="pt-BR" sz="1600" b="1" dirty="0"/>
              <a:t>Orientador(a): fonte </a:t>
            </a:r>
            <a:r>
              <a:rPr lang="pt-BR" sz="1600" b="1" dirty="0" err="1"/>
              <a:t>Calibri</a:t>
            </a:r>
            <a:r>
              <a:rPr lang="pt-BR" sz="1600" b="1" dirty="0"/>
              <a:t>, 16, negrito</a:t>
            </a:r>
          </a:p>
          <a:p>
            <a:pPr algn="ctr"/>
            <a:r>
              <a:rPr lang="pt-BR" sz="1600" b="1" dirty="0"/>
              <a:t>Coorientador(a) (se aplicável): fonte </a:t>
            </a:r>
            <a:r>
              <a:rPr lang="pt-BR" sz="1600" b="1" dirty="0" err="1"/>
              <a:t>Calibri</a:t>
            </a:r>
            <a:r>
              <a:rPr lang="pt-BR" sz="1600" b="1" dirty="0"/>
              <a:t>, 16, negrito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36D6E2-5BF8-8B99-93C1-98E62FAFB8BE}"/>
              </a:ext>
            </a:extLst>
          </p:cNvPr>
          <p:cNvSpPr txBox="1"/>
          <p:nvPr/>
        </p:nvSpPr>
        <p:spPr>
          <a:xfrm>
            <a:off x="0" y="417602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Grupo de Pesquisa no Programa: fonte </a:t>
            </a:r>
            <a:r>
              <a:rPr lang="pt-BR" sz="1600" dirty="0" err="1"/>
              <a:t>Calibri</a:t>
            </a:r>
            <a:r>
              <a:rPr lang="pt-BR" sz="1600" dirty="0"/>
              <a:t>, 16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0781CA-225E-1A6B-C2CD-0C0B45F4A18A}"/>
              </a:ext>
            </a:extLst>
          </p:cNvPr>
          <p:cNvSpPr txBox="1"/>
          <p:nvPr/>
        </p:nvSpPr>
        <p:spPr>
          <a:xfrm>
            <a:off x="0" y="4581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Data de ingresso no Programa: fonte </a:t>
            </a:r>
            <a:r>
              <a:rPr lang="pt-BR" sz="1600" dirty="0" err="1"/>
              <a:t>Calibri</a:t>
            </a:r>
            <a:r>
              <a:rPr lang="pt-BR" sz="1600" dirty="0"/>
              <a:t>, 16</a:t>
            </a:r>
          </a:p>
          <a:p>
            <a:pPr algn="ctr"/>
            <a:r>
              <a:rPr lang="pt-BR" sz="1600" dirty="0"/>
              <a:t>Programa de vínculo (PIBIC, PIBITI, IC, IC-PDJ, COLEÇÕES, FAPEMIG, PROJETOS, PROVOC, etc.)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1C6632-29EB-DF55-F691-0B6748723885}"/>
              </a:ext>
            </a:extLst>
          </p:cNvPr>
          <p:cNvSpPr txBox="1"/>
          <p:nvPr/>
        </p:nvSpPr>
        <p:spPr>
          <a:xfrm>
            <a:off x="0" y="547391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Belo Horizonte, 2026</a:t>
            </a:r>
          </a:p>
        </p:txBody>
      </p:sp>
    </p:spTree>
    <p:extLst>
      <p:ext uri="{BB962C8B-B14F-4D97-AF65-F5344CB8AC3E}">
        <p14:creationId xmlns:p14="http://schemas.microsoft.com/office/powerpoint/2010/main" val="247906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6C0A52-E062-52C2-5F41-49BB0CC97495}"/>
              </a:ext>
            </a:extLst>
          </p:cNvPr>
          <p:cNvSpPr txBox="1"/>
          <p:nvPr/>
        </p:nvSpPr>
        <p:spPr>
          <a:xfrm>
            <a:off x="202518" y="877580"/>
            <a:ext cx="1181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/>
              <a:t>Lorem</a:t>
            </a:r>
            <a:r>
              <a:rPr lang="pt-BR" sz="2000" b="1" dirty="0"/>
              <a:t> ipsum </a:t>
            </a:r>
            <a:r>
              <a:rPr lang="pt-BR" sz="2000" b="1" dirty="0" err="1"/>
              <a:t>dolor</a:t>
            </a:r>
            <a:r>
              <a:rPr lang="pt-BR" sz="2000" b="1" dirty="0"/>
              <a:t> </a:t>
            </a:r>
            <a:r>
              <a:rPr lang="pt-BR" sz="2000" b="1" dirty="0" err="1"/>
              <a:t>sit</a:t>
            </a:r>
            <a:r>
              <a:rPr lang="pt-BR" sz="2000" b="1" dirty="0"/>
              <a:t> </a:t>
            </a:r>
            <a:r>
              <a:rPr lang="pt-BR" sz="2000" b="1" dirty="0" err="1"/>
              <a:t>amet</a:t>
            </a:r>
            <a:r>
              <a:rPr lang="pt-BR" sz="2000" b="1" dirty="0"/>
              <a:t> </a:t>
            </a:r>
            <a:r>
              <a:rPr lang="pt-BR" sz="2000" b="1" dirty="0" err="1"/>
              <a:t>consectetuer</a:t>
            </a:r>
            <a:r>
              <a:rPr lang="pt-BR" sz="2000" b="1" dirty="0"/>
              <a:t> </a:t>
            </a:r>
            <a:r>
              <a:rPr lang="pt-BR" sz="2000" b="1" dirty="0" err="1"/>
              <a:t>adipiscing</a:t>
            </a:r>
            <a:r>
              <a:rPr lang="pt-BR" sz="2000" b="1" dirty="0"/>
              <a:t> </a:t>
            </a:r>
            <a:r>
              <a:rPr lang="pt-BR" sz="2000" b="1" dirty="0" err="1"/>
              <a:t>elit</a:t>
            </a:r>
            <a:endParaRPr lang="pt-BR" sz="20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CEBE37-E532-0566-3B1A-94F26F71C65E}"/>
              </a:ext>
            </a:extLst>
          </p:cNvPr>
          <p:cNvSpPr txBox="1"/>
          <p:nvPr/>
        </p:nvSpPr>
        <p:spPr>
          <a:xfrm>
            <a:off x="202518" y="1772546"/>
            <a:ext cx="1181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Lorem</a:t>
            </a:r>
            <a:r>
              <a:rPr lang="pt-BR" sz="1600" dirty="0"/>
              <a:t> ipsum </a:t>
            </a:r>
            <a:r>
              <a:rPr lang="pt-BR" sz="1600" dirty="0" err="1"/>
              <a:t>dolor</a:t>
            </a:r>
            <a:r>
              <a:rPr lang="pt-BR" sz="1600" dirty="0"/>
              <a:t> </a:t>
            </a:r>
            <a:r>
              <a:rPr lang="pt-BR" sz="1600" dirty="0" err="1"/>
              <a:t>sit</a:t>
            </a:r>
            <a:r>
              <a:rPr lang="pt-BR" sz="1600" dirty="0"/>
              <a:t> </a:t>
            </a:r>
            <a:r>
              <a:rPr lang="pt-BR" sz="1600" dirty="0" err="1"/>
              <a:t>amet</a:t>
            </a:r>
            <a:r>
              <a:rPr lang="pt-BR" sz="1600" dirty="0"/>
              <a:t>, </a:t>
            </a:r>
            <a:r>
              <a:rPr lang="pt-BR" sz="1600" dirty="0" err="1"/>
              <a:t>consectetuer</a:t>
            </a:r>
            <a:r>
              <a:rPr lang="pt-BR" sz="1600" dirty="0"/>
              <a:t> </a:t>
            </a:r>
            <a:r>
              <a:rPr lang="pt-BR" sz="1600" dirty="0" err="1"/>
              <a:t>adipiscing</a:t>
            </a:r>
            <a:r>
              <a:rPr lang="pt-BR" sz="1600" dirty="0"/>
              <a:t> </a:t>
            </a:r>
            <a:r>
              <a:rPr lang="pt-BR" sz="1600" dirty="0" err="1"/>
              <a:t>elit</a:t>
            </a:r>
            <a:r>
              <a:rPr lang="pt-BR" sz="1600" dirty="0"/>
              <a:t>, </a:t>
            </a:r>
            <a:r>
              <a:rPr lang="pt-BR" sz="1600" dirty="0" err="1"/>
              <a:t>sed</a:t>
            </a:r>
            <a:r>
              <a:rPr lang="pt-BR" sz="1600" dirty="0"/>
              <a:t> </a:t>
            </a:r>
            <a:r>
              <a:rPr lang="pt-BR" sz="1600" dirty="0" err="1"/>
              <a:t>diam</a:t>
            </a:r>
            <a:r>
              <a:rPr lang="pt-BR" sz="1600" dirty="0"/>
              <a:t> </a:t>
            </a:r>
            <a:r>
              <a:rPr lang="pt-BR" sz="1600" dirty="0" err="1"/>
              <a:t>nonummy</a:t>
            </a:r>
            <a:r>
              <a:rPr lang="pt-BR" sz="1600" dirty="0"/>
              <a:t> </a:t>
            </a:r>
            <a:r>
              <a:rPr lang="pt-BR" sz="1600" dirty="0" err="1"/>
              <a:t>nibh</a:t>
            </a:r>
            <a:r>
              <a:rPr lang="pt-BR" sz="1600" dirty="0"/>
              <a:t> </a:t>
            </a:r>
            <a:r>
              <a:rPr lang="pt-BR" sz="1600" dirty="0" err="1"/>
              <a:t>euismod</a:t>
            </a:r>
            <a:r>
              <a:rPr lang="pt-BR" sz="1600" dirty="0"/>
              <a:t> </a:t>
            </a:r>
            <a:r>
              <a:rPr lang="pt-BR" sz="1600" dirty="0" err="1"/>
              <a:t>tincidunt</a:t>
            </a:r>
            <a:r>
              <a:rPr lang="pt-BR" sz="1600" dirty="0"/>
              <a:t> ut </a:t>
            </a:r>
            <a:r>
              <a:rPr lang="pt-BR" sz="1600" dirty="0" err="1"/>
              <a:t>laoreet</a:t>
            </a:r>
            <a:r>
              <a:rPr lang="pt-BR" sz="1600" dirty="0"/>
              <a:t> </a:t>
            </a:r>
            <a:r>
              <a:rPr lang="pt-BR" sz="1600" dirty="0" err="1"/>
              <a:t>dolore</a:t>
            </a:r>
            <a:r>
              <a:rPr lang="pt-BR" sz="1600" dirty="0"/>
              <a:t> magna </a:t>
            </a:r>
            <a:r>
              <a:rPr lang="pt-BR" sz="1600" dirty="0" err="1"/>
              <a:t>aliquam</a:t>
            </a:r>
            <a:r>
              <a:rPr lang="pt-BR" sz="1600" dirty="0"/>
              <a:t> erat </a:t>
            </a:r>
            <a:r>
              <a:rPr lang="pt-BR" sz="1600" dirty="0" err="1"/>
              <a:t>volutpat</a:t>
            </a:r>
            <a:r>
              <a:rPr lang="pt-BR" sz="1600" dirty="0"/>
              <a:t>. Ut </a:t>
            </a:r>
            <a:r>
              <a:rPr lang="pt-BR" sz="1600" dirty="0" err="1"/>
              <a:t>wisi</a:t>
            </a:r>
            <a:r>
              <a:rPr lang="pt-BR" sz="1600" dirty="0"/>
              <a:t> </a:t>
            </a:r>
            <a:r>
              <a:rPr lang="pt-BR" sz="1600" dirty="0" err="1"/>
              <a:t>enim</a:t>
            </a:r>
            <a:r>
              <a:rPr lang="pt-BR" sz="1600" dirty="0"/>
              <a:t> ad </a:t>
            </a:r>
            <a:r>
              <a:rPr lang="pt-BR" sz="1600" dirty="0" err="1"/>
              <a:t>minim</a:t>
            </a:r>
            <a:r>
              <a:rPr lang="pt-BR" sz="1600" dirty="0"/>
              <a:t> </a:t>
            </a:r>
            <a:r>
              <a:rPr lang="pt-BR" sz="1600" dirty="0" err="1"/>
              <a:t>veniam</a:t>
            </a:r>
            <a:r>
              <a:rPr lang="pt-BR" sz="1600" dirty="0"/>
              <a:t>, quis </a:t>
            </a:r>
            <a:r>
              <a:rPr lang="pt-BR" sz="1600" dirty="0" err="1"/>
              <a:t>nostrud</a:t>
            </a:r>
            <a:r>
              <a:rPr lang="pt-BR" sz="1600" dirty="0"/>
              <a:t> exerci </a:t>
            </a:r>
            <a:r>
              <a:rPr lang="pt-BR" sz="1600" dirty="0" err="1"/>
              <a:t>tation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7373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7F91B7-CE6A-5B31-6369-BE0DC111ACBE}"/>
              </a:ext>
            </a:extLst>
          </p:cNvPr>
          <p:cNvSpPr txBox="1"/>
          <p:nvPr/>
        </p:nvSpPr>
        <p:spPr>
          <a:xfrm>
            <a:off x="9358792" y="3614643"/>
            <a:ext cx="2197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Obrigado(a)!</a:t>
            </a:r>
          </a:p>
        </p:txBody>
      </p:sp>
    </p:spTree>
    <p:extLst>
      <p:ext uri="{BB962C8B-B14F-4D97-AF65-F5344CB8AC3E}">
        <p14:creationId xmlns:p14="http://schemas.microsoft.com/office/powerpoint/2010/main" val="3519609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137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Júnio Santos</dc:creator>
  <cp:lastModifiedBy>Júnio Santos</cp:lastModifiedBy>
  <cp:revision>2</cp:revision>
  <dcterms:created xsi:type="dcterms:W3CDTF">2026-10-07T18:20:18Z</dcterms:created>
  <dcterms:modified xsi:type="dcterms:W3CDTF">2026-10-07T18:35:12Z</dcterms:modified>
</cp:coreProperties>
</file>