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 uma réplica aproximada do Índice Brasileiro de Privação (Allik et al., 2020) com os agregados por setor do Censo 2022?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réplica aproximada do Índice Brasileiro de Privação (Allik et al., 2020): três componentes — renda (invertida), analfabetismo e saneamento — padronizados em escore z sobre todos os setores e somados com pesos iguais, sem fatorial. Os componentes são aproximações (parâmetro exploratório): a renda per capita até meio salário mínimo e o analfabetismo de 7 anos ou mais não existem nos agregados por setor de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(33,3%);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75.956 setores; mediana -0,0882; percentil 90 0,9076.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26,1% baixo e 6,3%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0,8597; mediana da AUC municipal 0,8432, em 31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(0,9416) e a menor, a de São José de Ribamar (0,6596).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Guarujá (0,9416) e a menor, a de São José de Ribamar (0,6596).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26,1% dos setores ficam em baixo e 6,3%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0,8597 (global); a mediana municipal é 0,8432.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classifica setores, mas a pergunta de política pública é sobre pessoas. Este bloco soma moradores e moradores de 60 anos ou mais em cada faixa do índice, por município.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Paulo das Missões (74,6%); menor: Placas (11,8%).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são relativas ao município: todo município tem setores nas faixas altas, por construção. O que muda de um para outro é quanta gente mora nesses setores, porque os setores têm populações diferentes.
Como ler: Uma linha por município: setores, moradores e moradores de 60+ em cada faixa (regra do IVS-BH) e o percentual de moradores nas duas faixas mais altas.
O que mostra: Maior percentual em elevado ou muito elevado: São Paulo das Missões (74,6%); menor: Placas (11,8%).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contagem de pessoas usa o total de moradores do setor (v0001) e a soma das faixas de 60 a 69 e de 70 anos ou mais. Só entram os setores da amostra do índice.
Como ler: Uma linha por faixa: setores, moradores e moradores de 60+, com os percentuais.
O que mostra: Na faixa muito elevada: 2.122.650 pessoas (5,5% do total), das quais 202.831 com 60 anos ou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mostra a tabela por município em forma de barras empilhadas. Um município em que as faixas altas ocupam muito da barra concentra população nos setores mais vulneráveis da cidade.
Como ler: Uma barra por município, dividida pelas faixas do índice; o comprimento de cada parte é o percentual de moradores. Ordem: do maior para o menor percentual nas duas faixas mais altas.
O que mostra: No topo, São Paulo das Missões (74,6% em elevado ou muito elevado); na base, Placas (11,8%).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índice é normalizado dentro de cada município, a comparação entre cidades é sobre a desigualdade interna, não sobre o nível. Três medidas: a razão entre os percentis 90 e 10, o Gini e o Theil.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Guarujá (6,6762); menor: São Raimundo do Doca Bezerra (0,0275).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Gini vai de 0 (todos os setores com o mesmo valor) a 1 (toda a soma concentrada num setor). O Theil também mede concentração, mas é mais sensível à cauda alta. A razão P90/P10 compara o setor no percentil 90 com o do percentil 10; como o índice começa em 0 em todo município, o P10 pode ser muito pequeno e a razão explodir, por isso ela fica vazia quando o P10 é zero.
Como ler: Uma linha por município: setores, média, percentis 10 e 90 do índice, a razão P90/P10, o Gini e o Theil.
O que mostra: Maior Gini: Guarujá (6,6762); menor: São Raimundo do Doca Bezerra (0,0275).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Gini e Theil apontam em sentidos diferentes para um município, a desigualdade dele está mais na cauda (poucos setores muito acima dos demais) do que no meio da distribuição.
Como ler: Barras: Gini do índice dentro de cada município, do maior para o menor. Pontos: Theil.
O que mostra: Do maior Gini, Guarujá (6,6762), ao menor, São Raimundo do Doca Bezerra (0,0275).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0,8802. Menor correlação municipal: Coroaci (0,3727).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5.845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24,8% dos setores mudam de faixa; o município mais afetado é Japoatã (75,0%).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(5.845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Japoatã (75,0%); no total, 24,8%.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IBP aproximado separa as favelas melhor do que a referência (AUC municipal maior), mas reclassifica cerca de um em cada quatro setores. Com só três componentes, a fatorial não serve para nada aqui (KMO abaixo de 0,70, um fator só) — e nem é usada, porque o IBP soma escores z com pesos iguais. Variáveis do IBP ausentes nos agregados de 2022: proporção de pessoas com renda domiciliar per capita até meio salário mínimo, analfabetismo a partir de 7 anos e a contagem por pessoas (os agregados contam domicílios).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de renda usa a renda média do responsável, não a proporção de pessoas com renda per capita até meio salário mínimo.
O analfabetismo é o de 15 anos ou mais; o IBP usa 7 anos ou mais.
O saneamento é a média de quatro proporções de domicílios; o IBP conta pessoas com pelo menos uma inadequação.
O escore z é calculado sobre os setores do ELSI, não sobre o país.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D4_ibp_aproximado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IBP aproximado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uma réplica aproximada do Índice Brasileiro de Privação (Allik et al., 2020) com os agregados por setor do Censo 2022?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pct_agua_inad, pct_esgoto_inad, razao_moradores, pct_analfab, renda_inv, pct_raca_pretpardind, banheiro_graduado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renda_inv, pct_analfab, ibp_saneamento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z_global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réplica aproximada do Índice Brasileiro de Privação (Allik et al., 2020): três componentes — renda (invertida), analfabetismo e saneamento — padronizados em escore z sobre todos os setores e somados com pesos iguais, sem fatorial. Os componentes são aproximações (parâmetro exploratório): a renda per capita até meio salário mínimo e o analfabetismo de 7 anos ou mais não existem nos agregados por setor de 2022.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Quem está em risco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Quantas pessoas, e quantas pessoas idosas, vivem em cada faixa?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T28, T29, F26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Desigualdade interna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Em que municípios o índice varia mais de um setor para outro?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T30, F27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(33,3%)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 (IBP)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(33,3%);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-0,0882 e P90 0,9076, em 75.956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75.956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-0,7897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-0,8874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75.956 setores; mediana -0,0882; percentil 90 0,9076.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6,3%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36.920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26,1% baixo e 6,3%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0,8432: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0,8597; mediana da AUC municipal 0,8432, em 31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0,6596 (São José de Ribamar) a 0,9416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(0,9416) e a menor, a de São José de Ribamar (0,6596).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0,6596 (São José de Ribamar) a 0,9416 (Guarujá)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Guarujá (0,9416) e a menor, a de São José de Ribamar (0,6596).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4_ibp_aproximado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2907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26,1% dos setores ficam em baixo e 6,3%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0,8597)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4_ibp_aproximado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0,8597 (global); a mediana municipal é 0,8432.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está em risco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pessoas, e quantas pessoas idosas, vivem em cada faixa?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T28 · T29 · F26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parte dos moradores em vulnerabilidade elevada ou muito elevada (74,6%)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Itajuípe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40.614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Paulo das Missões (74,6%); menor: Placas (11,8%).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das Missões tem a maior parte dos moradores em vulnerabilidade elevada ou muito elevada (74,6%)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18872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60+ 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elevado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29.191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18.052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16636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moradores e moradores de 60+ em cada faixa (regra do IVS-BH) e o percentual de moradores nas duas faixas mais altas.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percentual em elevado ou muito elevado: São Paulo das Missões (74,6%); menor: Placas (11,8%).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T28 · tabelas/T28_risco_por_municipio.csv  ·  Bloco 11. Quem está em risco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2.122.650 pessoas vivem em setores de vulnerabilidade muito elevada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492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9.451.366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1.952.687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36.920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19.770.577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3.324.552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14.429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7.552.777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892.399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2.122.650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202.831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faixa: setores, moradores e moradores de 60+, com os percentuais.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faixa muito elevada: 2.122.650 pessoas (5,5% do total), das quais 202.831 com 60 anos ou mais.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T29 · tabelas/T29_risco_total.csv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parcela de moradores em cada faixa muda de município para município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4_ibp_aproximado/figuras/F26_risco_por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5208" y="1243584"/>
            <a:ext cx="34364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município, dividida pelas faixas do índice; o comprimento de cada parte é o percentual de moradores. Ordem: do maior para o menor percentual nas duas faixas mais altas.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topo, São Paulo das Missões (74,6% em elevado ou muito elevado); na base, Placas (11,8%).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F26 · figuras/F26_risco_por_municipio.png  ·  Bloco 11. Quem está em risco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Desigualdade interna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que municípios o índice varia mais de um setor para outro?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T30 · F27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Guarujá tem a maior desigualdade interna do índice (Gini 6,6762)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6,6762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14,7011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Anápolis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5,9391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2,5090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4,0784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1,7270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1,2960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Guarujá (6,6762); menor: São Raimundo do Doca Bezerra (0,0275).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Guarujá tem a maior desigualdade interna do índice (Gini 6,6762)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720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77240"/>
                <a:gridCol w="822960"/>
                <a:gridCol w="777240"/>
                <a:gridCol w="7772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P90/P10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Gini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Theil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Pato Branco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-1,1233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-1,0858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setores, média, percentis 10 e 90 do índice, a razão P90/P10, o Gini e o Theil.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Gini: Guarujá (6,6762); menor: São Raimundo do Doca Bezerra (0,0275).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T30 · tabelas/T30_desigualdade_interna.csv  ·  Bloco 12. Desigualdade interna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desigualdade interna do índice, município por município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4_ibp_aproximado/figuras/F27_desigualdade_inter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8637" y="1243584"/>
            <a:ext cx="418956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Gini do índice dentro de cada município, do maior para o menor. Pontos: Theil.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maior Gini, Guarujá (6,6762), ao menor, São Raimundo do Doca Bezerra (0,0275).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F27 · figuras/F27_desigualdade_interna.png  ·  Bloco 12. Desigualdade interna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0,8802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0,8802. Menor correlação municipal: Coroaci (0,3727).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(5.845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16.841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25.869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5.845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24,8%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24,8% dos setores mudam de faixa; o município mais afetado é Japoatã (75,0%).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4_ibp_aproximado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(5.845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D4_ibp_aproximado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474" y="1243584"/>
            <a:ext cx="616789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Japoatã (75,0%); no total, 24,8%.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5134356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472184"/>
            <a:ext cx="5134356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77356" y="1545336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77356" y="2130552"/>
            <a:ext cx="51343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IBP aproximado separa as favelas melhor do que a referência (AUC municipal maior), mas reclassifica cerca de um em cada quatro setores. Com só três componentes, a fatorial não serve para nada aqui (KMO abaixo de 0,70, um fator só) — e nem é usada, porque o IBP soma escores z com pesos iguais. Variáveis do IBP ausentes nos agregados de 2022: proporção de pessoas com renda domiciliar per capita até meio salário mínimo, analfabetismo a partir de 7 anos e a contagem por pessoas (os agregados contam domicílios).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(33,3%)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-0,0882 e P90 0,9076, em 75.956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6,3%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0,8432: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0,6596 (São José de Ribamar) a 0,9416 (Guarujá)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0,8597)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 tem a maior parte dos moradores em vulnerabilidade elevada ou muito elevada (74,6%)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2.122.650 pessoas vivem em setores de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parcela de moradores em cada faixa muda de município para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 tem a maior desigualdade interna do índice (Gini 6,6762)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desigualdade interna do índice, município por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0,8802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(5.845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24,8%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componente de renda usa a renda média do responsável, não a proporção de pessoas com renda per capita até meio salário mínimo.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é o de 15 anos ou mais; o IBP usa 7 anos ou mais.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saneamento é a média de quatro proporções de domicílios; o IBP conta pessoas com pelo menos uma inadequação.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escore z é calculado sobre os setores do ELSI, não sobre o país.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do IBP aproximado: renda média do responsável (invertida) no lugar de % com renda per capita até ½ salário mínimo; analfabetismo 15+ no lugar de 7+; saneamento como média de água, esgoto, lixo e banheiro — parâmetro exploratório — não é decisão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D4_ibp_aproximado — IBP aproximado</dc:title>
  <dc:subject>PptxGenJS Presentation</dc:subject>
  <dc:creator>Pedro Dias Soares</dc:creator>
  <cp:lastModifiedBy>Pedro Dias Soares</cp:lastModifiedBy>
  <cp:revision>1</cp:revision>
  <dcterms:created xsi:type="dcterms:W3CDTF">2026-10-22T23:44:32Z</dcterms:created>
  <dcterms:modified xsi:type="dcterms:W3CDTF">2026-10-22T23:44:32Z</dcterms:modified>
</cp:coreProperties>
</file>