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fica uma réplica aproximada do Índice Brasileiro de Privação (Allik et al., 2020) com os agregados por setor do Censo 2022?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réplica aproximada do Índice Brasileiro de Privação (Allik et al., 2020): três componentes — renda (invertida), analfabetismo e saneamento — padronizados em escore z sobre todos os setores e somados com pesos iguais, sem fatorial. Os componentes são aproximações (parâmetro exploratório): a renda per capita até meio salário mínimo e o analfabetismo de 7 anos ou mais não existem nos agregados por setor de 2022.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(33,3%);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75.956 setores; mediana -0,0882; percentil 90 0,9076.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26,1% baixo e 6,3%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0,8597; mediana da AUC municipal 0,8432,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(0,9416) e a menor, a de São José de Ribamar (0,6596).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(0,9416) e a menor, a de São José de Ribamar (0,6596).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26,1% dos setores ficam em baixo e 6,3%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0,8597 (global); a mediana municipal é 0,8432.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Placas (11,8%).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Placas (11,8%).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2.122.650 pessoas (5,5% do total), das quais 202.831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São Paulo das Missões (74,6% em elevado ou muito elevado); na base, Placas (11,8%).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Guarujá (6,6762); menor: São Raimundo do Doca Bezerra (0,0275).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Guarujá (6,6762); menor: São Raimundo do Doca Bezerra (0,0275).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Guarujá (6,6762), ao menor, São Raimundo do Doca Bezerra (0,0275).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0,8801. Menor correlação municipal: Coroaci (0,3727).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6.367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25,1%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(6.367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25,1%.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IBP aproximado separa as favelas melhor do que a referência (AUC municipal maior), mas reclassifica cerca de um em cada quatro setores. Com só três componentes, a fatorial não serve para nada aqui (KMO abaixo de 0,70, um fator só) — e nem é usada, porque o IBP soma escores z com pesos iguais. Variáveis do IBP ausentes nos agregados de 2022: proporção de pessoas com renda domiciliar per capita até meio salário mínimo, analfabetismo a partir de 7 anos e a contagem por pessoas (os agregados contam domicílios).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componente de renda usa a renda média do responsável, não a proporção de pessoas com renda per capita até meio salário mínimo.
O analfabetismo é o de 15 anos ou mais; o IBP usa 7 anos ou mais.
O saneamento é a média de quatro proporções de domicílios; o IBP conta pessoas com pelo menos uma inadequação.
O escore z é calculado sobre os setores do ELSI, não sobre o país.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D4_ibp_aproximado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IBP aproximado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uma réplica aproximada do Índice Brasileiro de Privação (Allik et al., 2020) com os agregados por setor do Censo 2022?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renda_inv, pct_analfab, ibp_saneamento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z_global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réplica aproximada do Índice Brasileiro de Privação (Allik et al., 2020): três componentes — renda (invertida), analfabetismo e saneamento — padronizados em escore z sobre todos os setores e somados com pesos iguais, sem fatorial. Os componentes são aproximações (parâmetro exploratório): a renda per capita até meio salário mínimo e o analfabetismo de 7 anos ou mais não existem nos agregados por setor de 2022.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(33,3%)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 (IBP)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(33,3%);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-0,0882 e P90 0,9076, em 75.956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1,4856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75.956 setores; mediana -0,0882; percentil 90 0,9076.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19.839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36.920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18.984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26,1% baixo e 6,3%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0,8432: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0,8597; mediana da AUC municipal 0,8432,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0,6596 (São José de Ribamar) a 0,9416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(0,9416) e a menor, a de São José de Ribamar (0,6596).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0,6596 (São José de Ribamar) a 0,9416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(0,9416) e a menor, a de São José de Ribamar (0,6596).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26,1% dos setores ficam em baixo e 6,3%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0,8597)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0,8597 (global); a mediana municipal é 0,8432.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40.614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12.032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Placas (11,8%).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Placas (11,8%).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2.122.650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19.839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9.451.366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1.952.687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36.920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19.770.577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3.324.552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7.552.777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892.399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2.122.650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202.831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2.122.650 pessoas (5,5% do total), das quais 202.831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São Paulo das Missões (74,6% em elevado ou muito elevado); na base, Placas (11,8%).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Guarujá tem a maior desigualdade interna do índice (Gini 6,6762)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6,6762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14,7011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3,5861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6,4400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3,1133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-0,2670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4,0784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Guarujá (6,6762); menor: São Raimundo do Doca Bezerra (0,0275).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Guarujá tem a maior desigualdade interna do índice (Gini 6,6762)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-1,1233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-1,0858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Guarujá (6,6762); menor: São Raimundo do Doca Bezerra (0,0275).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637" y="1243584"/>
            <a:ext cx="418956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Guarujá (6,6762), ao menor, São Raimundo do Doca Bezerra (0,0275).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0,8801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0,8801. Menor correlação municipal: Coroaci (0,3727).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(6.367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6.367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25,1%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25,1%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(6.367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D4_ibp_aproximad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25,1%.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0,8432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IBP aproximado separa as favelas melhor do que a referência (AUC municipal maior), mas reclassifica cerca de um em cada quatro setores. Com só três componentes, a fatorial não serve para nada aqui (KMO abaixo de 0,70, um fator só) — e nem é usada, porque o IBP soma escores z com pesos iguais. Variáveis do IBP ausentes nos agregados de 2022: proporção de pessoas com renda domiciliar per capita até meio salário mínimo, analfabetismo a partir de 7 anos e a contagem por pessoas (os agregados contam domicílios).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(33,3%)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-0,0882 e P90 0,9076, em 75.956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0,8432: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0,6596 (São José de Ribamar) a 0,9416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0,8597)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parte dos moradores em vulnerabilidade elevada ou muito elevada (74,6%)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2.122.650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 tem a maior desigualdade interna do índice (Gini 6,6762)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0,8801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(6.367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componente de renda usa a renda média do responsável, não a proporção de pessoas com renda per capita até meio salário mínimo.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é o de 15 anos ou mais; o IBP usa 7 anos ou mais.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saneamento é a média de quatro proporções de domicílios; o IBP conta pessoas com pelo menos uma inadequação.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escore z é calculado sobre os setores do ELSI, não sobre o país.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do IBP aproximado: renda média do responsável (invertida) no lugar de % com renda per capita até ½ salário mínimo; analfabetismo 15+ no lugar de 7+; saneamento como média de água, esgoto, lixo e banheiro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D4_ibp_aproximado — IBP aproximado</dc:title>
  <dc:subject>PptxGenJS Presentation</dc:subject>
  <dc:creator>Pedro Dias Soares</dc:creator>
  <cp:lastModifiedBy>Pedro Dias Soares</cp:lastModifiedBy>
  <cp:revision>1</cp:revision>
  <dcterms:created xsi:type="dcterms:W3CDTF">2026-10-06T20:57:11Z</dcterms:created>
  <dcterms:modified xsi:type="dcterms:W3CDTF">2026-10-06T20:57:11Z</dcterms:modified>
</cp:coreProperties>
</file>