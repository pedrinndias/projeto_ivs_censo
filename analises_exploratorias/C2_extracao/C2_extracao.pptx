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quando os fatores são extraídos pelo eixo principal ou por máxima verossimilhança, em vez de componentes principais?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método de extração dos fatores: fatoração do eixo principal no lugar de componentes principais (ACP), com a mesma rotação promax e os mesmos pesos 60/40. A máxima verossimilhança e a ACP da referência estão na tabela T34. Os autovalores para Kaiser e Horn continuam os da ACP. A variância explicada da tabela T19 é a soma das comunalidades do eixo principal, só a variância comum, e por isso fica abaixo da da ACP; as duas não se comparam diretamente.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0,7807, com 73.878 setores; Kaiser retém 2 fatores e Horn, 2; 2 fatores explicam 47,7%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(0,7088). Menor comunalidade (promax): Banheiro graduado (0,0515).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3,1864, segundo 1,0708 (Horn: 1,0155); os dois primeiros explicam 60,8%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0,6415.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1,0708,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(1,0439); em F2: Água inadequada (0,7895).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(26,6%);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0,3699; percentil 90 0,4877.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28,2% baixo e 5,6%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0,8269; mediana da AUC municipal 0,8064, em 31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(0,9515) e a menor, a de Duque de Caxias (0,5571).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(0,9515) e a menor, a de Duque de Caxias (0,5571).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28,2% dos setores ficam em baixo e 5,6%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0,8269 (global); a mediana municipal é 0,8064.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componentes principais (referência): 73.878 setores no índice (contra 73.878), AUC municipal 0,8186, ρ = 0,9912 com o valor-padrão e 9,2%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0,9912. Menor correlação municipal: Japoatã (0,8000).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3.264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9,2% dos setores mudam de faixa; o município mais afetado é Vicentinópolis (36,4%).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(3.264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Vicentinópolis (36,4%); no total, 9,2%.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eixo principal ou a máxima verossimilhança, a versão deixa de ser elegível: esses métodos estimam só a variância compartilhada, e o banheiro graduado, que divide pouca variância com os demais componentes, fica com comunalidade e carga muito baixas. A ACP superestima essa comunalidade. O índice muda pouco na ordenação, mas cerca de um em cada dez setores troca de faixa em relação à referência, e a AUC municipal cai um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máxima verossimilhança foi implementada pelo algoritmo EM, sem os testes de ajuste (qui-quadrado) que os pacotes estatísticos reportam.
Os critérios de elegibilidade do NB05 foram pensados para a ACP; com extração de fatores comuns, comunalidades menores são esperadas.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C2_extracao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de extração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quando os fatores são extraídos pelo eixo principal ou por máxima verossimilhança, em vez de componentes principais?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 de extração dos fatores: fatoração do eixo principal no lugar de componentes principais (ACP), com a mesma rotação promax e os mesmos pesos 60/40. A máxima verossimilhança e a ACP da referência estão na tabela T34. Os autovalores para Kaiser e Horn continuam os da ACP. A variância explicada da tabela T19 é a soma das comunalidades do eixo principal, só a variância comum, e por isso fica abaixo da da ACP; as duas não se comparam diretamente.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47,7296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0,7807, com 73.878 setores; Kaiser retém 2 fatores e Horn, 2; 2 fatores explicam 47,7%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0,7088)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(0,7088). Menor comunalidade (promax): Banheiro graduado (0,0515).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(1,0708)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3,1864, segundo 1,0708 (Horn: 1,0155); os dois primeiros explicam 60,8%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0,6415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0,6415.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2_extracao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1,0708,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2_extracao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542" y="1243584"/>
            <a:ext cx="573375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(1,0439); em F2: Água inadequada (0,7895).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(26,6%)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(26,6%);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0,3699 e P90 0,4877,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0,3699; percentil 90 0,4877.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5,6%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34.162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28,2% baixo e 5,6%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0,8064: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0,8269; mediana da AUC municipal 0,8064, em 31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0,5571 (Duque de Caxias) a 0,9515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(0,9515) e a menor, a de Duque de Caxias (0,5571).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0,5571 (Duque de Caxias) a 0,9515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(0,9515) e a menor, a de Duque de Caxias (0,5571).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2_extraca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09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28,2% dos setores ficam em baixo e 5,6%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0,8269)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2_extraca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0,8269 (global); a mediana municipal é 0,8064.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componentes principais (referência), o índice fica com 73.878 setores e ρ = 0,9912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máxima verossimilhança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principais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componentes principais (referência): 73.878 setores no índice (contra 73.878), AUC municipal 0,8186, ρ = 0,9912 com o valor-padrão e 9,2%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0,9912. Menor correlação municipal: Japoatã (0,8000).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(3.264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3.264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9,2% dos setores mudam de faixa; o município mais afetado é Vicentinópolis (36,4%).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2_extraca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(3.264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2_extraca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467" y="1243584"/>
            <a:ext cx="602190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Vicentinópolis (36,4%); no total, 9,2%.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0,7807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0,8064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eixo principal ou a máxima verossimilhança, a versão deixa de ser elegível: esses métodos estimam só a variância compartilhada, e o banheiro graduado, que divide pouca variância com os demais componentes, fica com comunalidade e carga muito baixas. A ACP superestima essa comunalidade. O índice muda pouco na ordenação, mas cerca de um em cada dez setores troca de faixa em relação à referência, e a AUC municipal cai um pouco.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0,7807: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0,7088)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(1,0708)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0,6415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(26,6%)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0,3699 e P90 0,4877,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5,6%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0,8064: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0,5571 (Duque de Caxias) a 0,9515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0,8269)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(3.264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componentes principais (referência), o índice fica com 73.878 setores e ρ = 0,9912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máxima verossimilhança foi implementada pelo algoritmo EM, sem os testes de ajuste (qui-quadrado) que os pacotes estatísticos reportam.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de elegibilidade do NB05 foram pensados para a ACP; com extração de fatores comuns, comunalidades menores são esperadas.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C2_extracao — Método de extração</dc:title>
  <dc:subject>PptxGenJS Presentation</dc:subject>
  <dc:creator>Pedro Dias Soares</dc:creator>
  <cp:lastModifiedBy>Pedro Dias Soares</cp:lastModifiedBy>
  <cp:revision>1</cp:revision>
  <dcterms:created xsi:type="dcterms:W3CDTF">2026-10-23T00:06:49Z</dcterms:created>
  <dcterms:modified xsi:type="dcterms:W3CDTF">2026-10-23T00:06:49Z</dcterms:modified>
</cp:coreProperties>
</file>