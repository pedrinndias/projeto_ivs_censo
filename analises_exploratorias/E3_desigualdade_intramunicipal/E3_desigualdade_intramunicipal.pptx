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desigualdade do índice dentro de cada município depende da versão?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uma versão do índice: calcula o Gini do índice dentro de cada município em todas as versões com normalização min-max no município e soma ponderada, e compara níveis e posições.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do índice dentro de cada município, calculado em todas as versões com normalização min-max no município e soma ponderada (as outras normalizações mudam a escala e tornam o Gini incomparável). Compara-se o nível e a posição de cada município entre as versões.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correlação de postos do Gini com a referência é alta, os municípios mais desiguais continuam os mais desiguais em qualquer versão.
Como ler: Uma linha por versão: Gini mediano, mínimo e máximo entre os municípios e a correlação de postos do Gini municipal com o da referência.
O que mostra: A menor correlação com a referência é a de D2_ivs_idoso (0,6245).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correlação de postos do Gini com a referência é alta, os municípios mais desiguais continuam os mais desiguais em qualquer versão.
Como ler: Uma linha por versão: Gini mediano, mínimo e máximo entre os municípios e a correlação de postos do Gini municipal com o da referência.
O que mostra: A menor correlação com a referência é a de D2_ivs_idoso (0,6245).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posição é o lugar do município na ordem do Gini dentro de cada versão.
Como ler: Uma linha por município: Gini na referência, menor e maior Gini e menor e maior posição entre as versões (1 = mais desigual).
O que mostra: A maior amplitude de posição é a de Capelinha: do 3º ao 57º.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posição é o lugar do município na ordem do Gini dentro de cada versão.
Como ler: Uma linha por município: Gini na referência, menor e maior Gini e menor e maior posição entre as versões (1 = mais desigual).
O que mostra: A maior amplitude de posição é a de Capelinha: do 3º ao 57º.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posição é o lugar do município na ordem do Gini dentro de cada versão.
Como ler: Uma linha por município: Gini na referência, menor e maior Gini e menor e maior posição entre as versões (1 = mais desigual).
O que mostra: A maior amplitude de posição é a de Capelinha: do 3º ao 57º.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posição é o lugar do município na ordem do Gini dentro de cada versão.
Como ler: Uma linha por município: Gini na referência, menor e maior Gini e menor e maior posição entre as versões (1 = mais desigual).
O que mostra: A maior amplitude de posição é a de Capelinha: do 3º ao 57º.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posição é o lugar do município na ordem do Gini dentro de cada versão.
Como ler: Uma linha por município: Gini na referência, menor e maior Gini e menor e maior posição entre as versões (1 = mais desigual).
O que mostra: A maior amplitude de posição é a de Capelinha: do 3º ao 57º.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Linhas curtas indicam desigualdade interna que não depende do método.
Como ler: Uma linha por município, do menor ao maior Gini entre as versões; o ponto é a referência.
O que mostra: A posição de Capelinha vai do 3º ao 57º.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maioria das versões, os municípios mais desiguais continuam os mais desiguais: a correlação de postos do Gini municipal com a referência é alta. As exceções são o IVS-Idoso (D2) e o índice de moradia (D3), que medem outra coisa. Alguns municípios, porém, mudam muito de posição conforme a versão, o que pede cautela ao comparar cidades pela desigualdade interna.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Versões com escore z, postos ou média geométrica ficam de fora: mudam a escala e tornam o Gini incomparável.
Municípios com poucos setores têm Gini instável.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E3_desigualdade_intramunicipal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intramunicipal entre versões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do índice dentro de cada município depende da versão?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uma versão do índice: calcula o Gini do índice dentro de cada município em todas as versões com normalização min-max no município e soma ponderada, e compara níveis e posições.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intramunicipal entre versões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do índice dentro de cada município depende da versão?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T46, T47, F44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intramunicipal entre versões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do índice dentro de cada município depende da versão?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T46 · T47 · F44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dos municípios pela desigualdade interna se mantém entre versões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versao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mediano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postos com ref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00_referencia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A1_com_rurais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A2_piso_populacional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A6_brasil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B1_renda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B2_agua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B3_banheiro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B4_esgoto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B5_lixo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B6_moradia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versão: Gini mediano, mínimo e máximo entre os municípios e a correlação de postos do Gini municipal com o da referência.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correlação com a referência é a de D2_ivs_idoso (0,6245).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T46 · tabelas/T46_gini_por_versao.csv  ·  Bloco 16. Desigualdade intramunicipal entre versões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dos municípios pela desigualdade interna se mantém entre versões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versao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mediano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postos com ref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B7_raca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B8_complementares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C1_rotacao_e_pesos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C2_extracao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C5_faixas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C6_pesos_iguais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D1_subindices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D2_ivs_idoso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D3_indice_moradia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D5_especialista_x_dados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versão: Gini mediano, mínimo e máximo entre os municípios e a correlação de postos do Gini municipal com o da referência.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correlação com a referência é a de D2_ivs_idoso (0,6245).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T46 · tabelas/T46_gini_por_versao.csv  ·  Bloco 16. Desigualdade intramunicipal entre versões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Capelinha é o município cuja posição pela desigualdade mais varia (3º a 57º)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770858"/>
                <a:gridCol w="811643"/>
                <a:gridCol w="811643"/>
                <a:gridCol w="811643"/>
                <a:gridCol w="811643"/>
                <a:gridCol w="811643"/>
                <a:gridCol w="811643"/>
                <a:gridCol w="811643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referencia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amplitude posto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Gini na referência, menor e maior Gini e menor e maior posição entre as versões (1 = mais desigual).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amplitude de posição é a de Capelinha: do 3º ao 57º.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T47 · tabelas/T47_gini_por_municipio.csv  ·  Bloco 16. Desigualdade intramunicipal entre versões  ·  parte 1 de 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Capelinha é o município cuja posição pela desigualdade mais varia (3º a 57º)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770858"/>
                <a:gridCol w="811643"/>
                <a:gridCol w="811643"/>
                <a:gridCol w="811643"/>
                <a:gridCol w="811643"/>
                <a:gridCol w="811643"/>
                <a:gridCol w="811643"/>
                <a:gridCol w="811643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referencia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amplitude posto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Gini na referência, menor e maior Gini e menor e maior posição entre as versões (1 = mais desigual).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amplitude de posição é a de Capelinha: do 3º ao 57º.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T47 · tabelas/T47_gini_por_municipio.csv  ·  Bloco 16. Desigualdade intramunicipal entre versões  ·  parte 2 de 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Capelinha é o município cuja posição pela desigualdade mais varia (3º a 57º)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770858"/>
                <a:gridCol w="811643"/>
                <a:gridCol w="811643"/>
                <a:gridCol w="811643"/>
                <a:gridCol w="811643"/>
                <a:gridCol w="811643"/>
                <a:gridCol w="811643"/>
                <a:gridCol w="811643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referencia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amplitude posto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Gini na referência, menor e maior Gini e menor e maior posição entre as versões (1 = mais desigual).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amplitude de posição é a de Capelinha: do 3º ao 57º.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T47 · tabelas/T47_gini_por_municipio.csv  ·  Bloco 16. Desigualdade intramunicipal entre versões  ·  parte 3 de 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Capelinha é o município cuja posição pela desigualdade mais varia (3º a 57º)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770858"/>
                <a:gridCol w="811643"/>
                <a:gridCol w="811643"/>
                <a:gridCol w="811643"/>
                <a:gridCol w="811643"/>
                <a:gridCol w="811643"/>
                <a:gridCol w="811643"/>
                <a:gridCol w="811643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referencia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amplitude posto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Gini na referência, menor e maior Gini e menor e maior posição entre as versões (1 = mais desigual).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amplitude de posição é a de Capelinha: do 3º ao 57º.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T47 · tabelas/T47_gini_por_municipio.csv  ·  Bloco 16. Desigualdade intramunicipal entre versões  ·  parte 4 de 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Capelinha é o município cuja posição pela desigualdade mais varia (3º a 57º)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770858"/>
                <a:gridCol w="811643"/>
                <a:gridCol w="811643"/>
                <a:gridCol w="811643"/>
                <a:gridCol w="811643"/>
                <a:gridCol w="811643"/>
                <a:gridCol w="811643"/>
                <a:gridCol w="811643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min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max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 referencia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amplitude posto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Gini na referência, menor e maior Gini e menor e maior posição entre as versões (1 = mais desigual).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amplitude de posição é a de Capelinha: do 3º ao 57º.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T47 · tabelas/T47_gini_por_municipio.csv  ·  Bloco 16. Desigualdade intramunicipal entre versões  ·  parte 5 de 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Gini de cada município entre as versões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E3_desigualdade_intramunicipal/figuras/F44_gini_entre_vers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052" y="1243584"/>
            <a:ext cx="31127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município, do menor ao maior Gini entre as versões; o ponto é a referência.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posição de Capelinha vai do 3º ao 57º.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F44 · figuras/F44_gini_entre_versoes.png  ·  Bloco 16. Desigualdade intramunicipal entre versões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maioria das versões, os municípios mais desiguais continuam os mais desiguais: a correlação de postos do Gini municipal com a referência é alta. As exceções são o IVS-Idoso (D2) e o índice de moradia (D3), que medem outra coisa. Alguns municípios, porém, mudam muito de posição conforme a versão, o que pede cautela ao comparar cidades pela desigualdade interna.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T46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ordem dos municípios pela desigualdade interna se mantém entre versões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 é o município cuja posição pela desigualdade mais varia (3º a 57º)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F44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Gini de cada município entre as versões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Versões com escore z, postos ou média geométrica ficam de fora: mudam a escala e tornam o Gini incomparável.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com poucos setores têm Gini instável.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E3_desigualdade_intramunicipal — Desigualdade intramunicipal entre versões</dc:title>
  <dc:subject>PptxGenJS Presentation</dc:subject>
  <dc:creator>Pedro Dias Soares</dc:creator>
  <cp:lastModifiedBy>Pedro Dias Soares</cp:lastModifiedBy>
  <cp:revision>1</cp:revision>
  <dcterms:created xsi:type="dcterms:W3CDTF">2026-10-07T20:50:01Z</dcterms:created>
  <dcterms:modified xsi:type="dcterms:W3CDTF">2026-10-07T20:50:01Z</dcterms:modified>
</cp:coreProperties>
</file>