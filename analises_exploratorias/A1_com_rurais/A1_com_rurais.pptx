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se os setores rurais com dados divulgados também entram?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além dos setores urbanos, entram os setores rurais com Dados_sig = OK dos mesmos 70 municípios. Indicadores, componentes do índice, rotação, pesos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106.281 ficam no recorte da versão e 75.096 têm todos os componentes do índice (31.185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(75.096 setores) é a amostra do índice; a do recorte tem 106.281.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Analfabetismo 15+ (15,8%);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Analfabetismo 15+ (15,8%);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(49,54); o maior percentual de zeros é o de Sem banheiro nem sanitário (99,4%).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(49,54); o maior percentual de zeros é o de Sem banheiro nem sanitário (99,4%).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(3.685,88) e a mais baixa no Nordeste (1.692,69).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Sul (3.685,88) e a mais baixa no Nordeste (1.692,69).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São Caetano do Sul (5.291,89); a menor, a de Portel (1.022,28).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São Caetano do Sul (5.291,89); a menor, a de Portel (1.022,28).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Sem banheiro nem sanitário (49,54).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(Centro-Oeste) a 0,1991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(Centro-Oeste) a 0,1991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(3,76).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2,6039 (Sul) a 3,2017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2,6039 (Sul) a 3,2017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(36,36).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Índice de envelhecimento (5,75).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0,0468 (Sul) a 0,0644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0,0468 (Sul) a 0,0644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Banheiro graduado em Groaíras, com 66,7%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Banheiro graduado em Groaíras (66,7%).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28,3% e 3,8%.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28,3% a 3,8%,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(6,8%),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(6,8%),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(6,8%),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Paulo, com 8.067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Belo Horizonte, com valor 170.418,06.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Belo Horizonte, com valor 170.418,06.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70 setores SUSPEITO (0,07%) e 3.400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Moradia convencional (6,8%).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sem o extremo × Renda (mediana mun.),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0,8375 (mediana 0,7427 em FCU e 0,5151 fora); a menor AUC é a de Renda sem o extremo (0,1107).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0,8375 (mediana 0,7427 em FCU e 0,5151 fora); a menor AUC é a de Renda sem o extremo (0,1107).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(0,8375); a menor, a de Renda sem o extremo (0,1107).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7,4% do total, chegando a 8,5%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7,4% no total e 8,5% no Sul.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0,1935 no Sul e 0,1106 no Norte. Índice de envelhecimento, mediana do total: 95,5556.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0,1935 no Sul e 0,1106 no Norte. Índice de envelhecimento, mediana do total: 95,5556.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-0,7838); com a renda média, ρ = 0,5142.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-0,7838); com a renda média, ρ = 0,5142.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0,5142.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(19,4%);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75.096 setores; mediana 0,3309; percentil 90 0,4358.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28,7% baixo e 5,6%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0,8177; mediana da AUC municipal 0,8169,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(0,9433) e a menor, a de Duque de Caxias (0,5865).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(0,9433) e a menor, a de Duque de Caxias (0,5865).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28,7% dos setores ficam em baixo e 5,6%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0,8177 (global); a mediana municipal é 0,8169.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0,9961. Menor correlação municipal: Japoatã (0,8000).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1.598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3,7% dos setores mudam de faixa; o município mais afetado é São Raimundo do Doca Bezerra (100,0%).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(1.598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Raimundo do Doca Bezerra (100,0%); no total, 3,7%.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setores rurais são poucos diante dos urbanos, e o índice quase não muda: a correlação de postos com a referência fica perto de 1 e poucos setores trocam de faixa. A AUC contra as favelas cai um pouco, o que é esperado, porque as favelas são urbanas e os setores rurais carentes passam a disputar as faixas altas com elas. Os municípios mais afetados são os pequenos, em que os rurais pesam mais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só existem em área urbana: com rurais, a AUC compara favelas também com setores rurais, o que muda o sentido da medida.
Os indicadores de saneamento foram pensados para a cidade: poço ou fossa no campo não têm o mesmo significado de carência que na área urbana.
A amostra do índice continua excluindo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A1_com_rurais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os setores rurais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se os setores rurais com dados divulgados também entram?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106.281 setores no recorte  ·  75.096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 e rurais;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além dos setores urbanos, entram os setores rurais com Dados_sig = OK dos mesmos 70 municípios. Indicadores, componentes do índice, rotação, pesos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75.096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106.281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75.096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75.096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106.281 ficam no recorte da versão e 75.096 têm todos os componentes do índice (31.185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31.185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286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(75.096 setores) é a amostra do índice; a do recorte tem 106.281.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com mais faltantes (15,8%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96.167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93.693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96.149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16.754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(15,8%);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com mais faltantes (15,8%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97.101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(15,8%);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49,54)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96.167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93.693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102.152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96.149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4.141,33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4.123,88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1.371,36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9.392,20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(49,54); o maior percentual de zeros é o de Sem banheiro nem sanitário (99,4%).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49,54)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4.139,76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4.092,23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1.371,35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9.391,64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4.139,75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4.092,21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1.371,36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9.391,61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97.101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93.324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133,7686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140,8730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30,5825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95,5556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273,5294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42,6840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11,0892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(49,54); o maior percentual de zeros é o de Sem banheiro nem sanitário (99,4%).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1.692,69 (Nordeste) a 3.685,88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1.774,10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1.692,69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2.714,00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3.685,88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3.083,05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(3.685,88) e a mais baixa no Nordeste (1.692,69).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1.692,69 (Nordeste) a 3.685,88 (Sul)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1.774,10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1.692,69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2.713,93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3.685,88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3.083,05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1.774,10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1.692,69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2.714,00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3.685,88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3.083,05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51,8519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110,8108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122,0559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30,0464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41,9753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Sul (3.685,88) e a mais baixa no Nordeste (1.692,69).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1.022,28 a 5.291,89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3.052,32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5.291,89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11.103,24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2.129,00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4.115,50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9.499,64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1.627,01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3.951,36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10.001,68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1.841,90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3.388,19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12.851,51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1.759,03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3.375,08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9.740,62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2.064,28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3.330,81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6.298,66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1.647,47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3.316,01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7.681,23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1.866,97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9.429,07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1.644,68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3.091,00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12.259,10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1.574,21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10.036,09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São Caetano do Sul (5.291,89); a menor, a de Portel (1.022,28).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1.022,28 a 5.291,89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1.036,18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1.262,61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1.955,50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910,85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1.218,26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1.673,56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778,00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1.150,89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1.925,34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961,08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1.146,71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1.772,01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1.145,57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1.552,44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1.083,11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1.388,99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912,97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1.072,50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1.388,28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845,34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1.055,32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1.461,30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831,93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1.039,17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1.545,71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608,80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1.872,63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São Caetano do Sul (5.291,89); a menor, a de Portel (1.022,28).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Sem banheiro nem sanitário tem a distribuição mais assimétrica (assimetria 49,54)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998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Sem banheiro nem sanitário (49,54).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0,1991 no Norte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(Centro-Oeste) a 0,1991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043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(Centro-Oeste) a 0,1991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3,76)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(3,76).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3,2017 no Norte e 2,6039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2,6039 (Sul) a 3,2017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2,6039 (Sul) a 3,2017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36,36)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(36,36).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Índice de envelhecimento tem a distribuição mais assimétrica (assimetria 5,75)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1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Índice de envelhecimento (5,75).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0,0644 no Norte e 0,0468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2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0,0468 (Sul) a 0,0644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0,0468 (Sul) a 0,0644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em Groaíras (66,7%)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Banheiro graduado em Groaíras, com 66,7%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870" y="1243584"/>
            <a:ext cx="440710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Banheiro graduado em Groaíras (66,7%).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28,3% dos menores setores e em 3,8%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28,3% e 3,8%.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28,3% a 3,8%,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(6,8%),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13.814,77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13.814,57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(6,8%),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512,5965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97,8755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(6,8%),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concentra o maior número de marcações de extremo (8.067)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Paulo, com 8.067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130030010000124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310620005650366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Belo Horizonte, com valor 170.418,06.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2.545,98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330455705300460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130260305110210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221100105080289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530010805140094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230440005140173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95,5556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530010805140094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130030005000122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51192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Belo Horizonte, com valor 170.418,06.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setores têm renda suspeita e 3.400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70 setores SUSPEITO (0,07%) e 3.400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Moradia convencional (6,8%).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sem o extremo × Renda (mediana mun.)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-0,9514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sem o extremo × Renda (mediana mun.),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9445" y="1243584"/>
            <a:ext cx="454795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0,8375)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0,8375 (mediana 0,7427 em FCU e 0,5151 fora); a menor AUC é a de Renda sem o extremo (0,1107).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0,8375)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36,2637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44,2857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-8,0220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28,2609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-12,5908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113,4684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-65,5557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3.014,81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-1.499,46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3.014,81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-1.499,46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3.014,81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-1.499,49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0,8375 (mediana 0,7427 em FCU e 0,5151 fora); a menor AUC é a de Renda sem o extremo (0,1107).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(0,8375); a menor, a de Renda sem o extremo (0,1107).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(15,8%)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0408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7,4% do total, chegando a 8,5% no Sul.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7,4% no total e 8,5% no Sul.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0,1106 (Norte) a 0,1935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53,4884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95,5556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168,2654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105.912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36,6935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35,5556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9.937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43,4426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121,8182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20,4918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29,3064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33,9286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48,2993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46,5409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19.986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19.634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35,3846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41,9753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0,1935 no Sul e 0,1106 no Norte. Índice de envelhecimento, mediana do total: 95,5556.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0,1106 (Norte) a 0,1935 (Sul)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29,3103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51,8519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90,1745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16,4444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32,2581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44,9868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62.417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62,0690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110,8108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190,8830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62.404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18,3058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39,8990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50,7463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69,0199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122,0559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223,9348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30,0464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42,3174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36,9565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50,7692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0,1935 no Sul e 0,1106 no Norte. Índice de envelhecimento, mediana do total: 95,5556.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-0,7838)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-0,3876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-0,5569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-0,7838); com a renda média, ρ = 0,5142.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-0,7838)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-0,3836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-0,7838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-0,7838); com a renda média, ρ = 0,5142.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0,5142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945" y="1243584"/>
            <a:ext cx="6516951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0,5142.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(19,4%)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(19,4%);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0,3309 e P90 0,4358, em 75.096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75.096 setores; mediana 0,3309; percentil 90 0,4358.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5,6%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32.532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18.763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28,7% baixo e 5,6%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0,8169: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0,8177; mediana da AUC municipal 0,8169,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0,5865 (Duque de Caxias) a 0,9433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(0,9433) e a menor, a de Duque de Caxias (0,5865).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0,5865 (Duque de Caxias) a 0,9433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(0,9433) e a menor, a de Duque de Caxias (0,5865).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17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28,7% dos setores ficam em baixo e 5,6%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0,8177)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0,8177 (global); a mediana municipal é 0,8169.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0,9961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0,9961. Menor correlação municipal: Japoatã (0,8000).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(1.598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1.598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3,7% dos setores mudam de faixa; o município mais afetado é São Raimundo do Doca Bezerra (100,0%).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(1.598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1_com_rurais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489" y="1243584"/>
            <a:ext cx="645986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Raimundo do Doca Bezerra (100,0%); no total, 3,7%.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75.096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0,8169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rurais são poucos diante dos urbanos, e o índice quase não muda: a correlação de postos com a referência fica perto de 1 e poucos setores trocam de faixa. A AUC contra as favelas cai um pouco, o que é esperado, porque as favelas são urbanas e os setores rurais carentes passam a disputar as faixas altas com elas. Os municípios mais afetados são os pequenos, em que os rurais pesam mais no total.</a:t>
            </a:r>
            <a:endParaRPr lang="en-US" sz="12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75.096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31.185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é o indicador com mais faltantes (15,8%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é o indicador mais assimétrico (assimetria 49,54)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1.692,69 (Nordeste) a 3.685,88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1.022,28 a 5.291,89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Sem banheiro nem sanitário tem a distribuição mais assimétrica (assimetria 49,54)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0,1991 no Norte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3,76)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3,2017 no Norte e 2,6039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36,36)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Índice de envelhecimento tem a distribuição mais assimétrica (assimetria 5,75)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0,0644 no Norte e 0,0468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Banheiro graduado em Groaíras (66,7%)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28,3% dos menores setores e em 3,8%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tem a maior proporção de extremos (6,8%)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concentra o maior número de marcações de extremo (8.067)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 setores têm renda suspeita e 3.400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sem o extremo × Renda (mediana mun.)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0,8375)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(15,8%)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0,1106 (Norte) a 0,1935 (Sul)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-0,7838)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0,5142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(19,4%)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0,3309 e P90 0,4358, em 75.096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5,6%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0,8169: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0,5865 (Duque de Caxias) a 0,9433 (Guarujá)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0,8177)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0,9961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(1.598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favelas e comunidades urbanas só existem em área urbana: com rurais, a AUC compara favelas também com setores rurais, o que muda o sentido da medida.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de saneamento foram pensados para a cidade: poço ou fossa no campo não têm o mesmo significado de carência que na área urbana.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continua excluindo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A1_com_rurais — Com os setores rurais</dc:title>
  <dc:subject>PptxGenJS Presentation</dc:subject>
  <dc:creator>Pedro Dias Soares</dc:creator>
  <cp:lastModifiedBy>Pedro Dias Soares</cp:lastModifiedBy>
  <cp:revision>1</cp:revision>
  <dcterms:created xsi:type="dcterms:W3CDTF">2026-10-06T20:46:01Z</dcterms:created>
  <dcterms:modified xsi:type="dcterms:W3CDTF">2026-10-06T20:46:01Z</dcterms:modified>
</cp:coreProperties>
</file>