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 um IVS com uma terceira dimensão de envelhecimento (IEP, RDI e % de 60+), com pesos pela fatorial?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componentes de envelhecimento entram no índice — % de pessoas de 60 anos ou mais, índice de envelhecimento e razão de dependência idosa —, com três fatores e pesos pela fatorial (soma dos quadrados das cargas, promax). A composição é parâmetro exploratório. A mesma composição com dois fatores e a referência estão na tabela T34.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7,4% do total, chegando a 8,5%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7,4% no total e 8,5%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0,1934 no Sul e 0,1118 no Norte. Índice de envelhecimento, mediana do total: 96,2963.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0,1934 no Sul e 0,1118 no Norte. Índice de envelhecimento, mediana do total: 96,2963.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-0,7878); com a renda média, ρ = 0,5189.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-0,7878); com a renda média, ρ = 0,5189.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0,5189.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0,7341, com 73.250 setores; Kaiser retém 3 fatores e Horn, 3; 3 fatores explicam 72,4%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Pessoas 60+ (0,6231). Menor comunalidade (promax): Razão de moradores (0,3777).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4,8473, segundo 1,3708 (Horn: 1,0249); os dois primeiros explicam 62,2%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-0,5837.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1,3708, contra 1,0249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Dependência idosa (1,0347); em F2: Analfabetismo 15+ (0,9711).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Dependência idosa (14,7%); a dimensão F2 (socioeconômica) pesa 37,4%.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73.249 setores; mediana 0,2752; percentil 90 0,3749.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24,5% baixo e 4,3%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0,6213; mediana da AUC municipal 0,6034, em 31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Goiânia (0,8245) e a menor, a de Belém (0,3821).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Goiânia (0,8245) e a menor, a de Belém (0,3821).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24,5% dos setores ficam em baixo e 4,3%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0,6213 (global); a mediana municipal é 0,6034.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referência (sem envelhecimento): 73.878 setores no índice (contra 73.250), AUC municipal 0,8186, ρ = 0,5518 com o valor-padrão e 49,9%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Placas (51,1%);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Placas (51,1%); menor: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1.193.563 pessoas (3,2% do total), das quais 261.699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Placas (51,1% em elevado ou muito elevado); na base, São Raimundo do Doca Bezerra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Orizânia (0,3980); menor: Japoatã (0,0505).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Orizânia (0,3980); menor: Japoatã (0,0505).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Orizânia (0,3980), ao menor, Japoatã (0,0505).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0,5518. Menor correlação municipal: Japoatã (-0,4000).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9.318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49,9% dos setores mudam de faixa; o município mais afetado é Jaqueira (83,3%).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(9.318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Jaqueira (83,3%); no total, 49,9%.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envelhecimento forma um fator próprio — o de maior variância — e passa a pesar perto de dois quintos do índice. O resultado se afasta muito da referência: metade dos setores muda de faixa, e a AUC contra as favelas cai para perto de 0,6. Isso acontece porque, nestes municípios, setores mais envelhecidos tendem a ter renda maior (bloco 8): somar envelhecimento e carência num índice só faz um compensar o outro. A versão não é elegível (a razão de moradores fica sem carga suficiente). O cruzamento entre IVS e envelhecimento está na análise E5.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composição do IVS-Idoso é parâmetro exploratório — não é decisão.
A AUC contra as favelas não é o desfecho adequado para um índice de envelhecimento; ela só mostra o quanto o índice deixou de medir carência.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D2_ivs_idoso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IVS-Idoso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um IVS com uma terceira dimensão de envelhecimento (IEP, RDI e % de 60+), com pesos pela fatorial?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graduado, Pessoas 60+, Índice de envelhecimento, Dependência idosa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ss_padrao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componentes de envelhecimento entram no índice — % de pessoas de 60 anos ou mais, índice de envelhecimento e razão de dependência idosa —, com três fatores e pesos pela fatorial (soma dos quadrados das cargas, promax). A composição é parâmetro exploratório. A mesma composição com dois fatores e a referência estão na tabela T34.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(15,9%)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040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7,4% do total, chegando a 8,5% no Sul.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7,4% no total e 8,5% no Sul.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0,1118 (Norte) a 0,1934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96,2963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169,5652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36,7695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35,5705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29,3160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34,0206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48,4375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46,5535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131,2500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30,3279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0,1934 no Sul e 0,1118 no Norte. Índice de envelhecimento, mediana do total: 96,2963.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0,1118 (Norte) a 0,1934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30,3487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32,3232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191,2088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39,8814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50,7463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68,7611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225,5690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37,0370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50,8439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0,1934 no Sul e 0,1118 no Norte. Índice de envelhecimento, mediana do total: 96,2963.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-0,7878)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prop_70mais_entre_60mais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pct_sem_agua_canalizada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pct_agua_nao_encanada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pct_agua_so_terreno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pct_sem_banheiro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pct_sem_banheiro_nem_sanitario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pct_so_sanitario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pct_banheiro_comum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-0,7878); com a renda média, ρ = 0,5189.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-0,7878)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prop_70mais_entre_60mais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pct_resp_feminino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renda_media_sem_extremo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renda_media_mediana_mun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pct_dom_improv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pct_hab_precaria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pct_moradia_convencional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pct_moradia_nao_convencional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pct_casa_vila_condominio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pct_crianca_0a4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pct_pop_0a14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-0,7878); com a renda média, ρ = 0,5189.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0,5189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53" y="1243584"/>
            <a:ext cx="648213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0,5189.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0,7341: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882.253,2379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3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72,4083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0,7341, com 73.250 setores; Kaiser retém 3 fatores e Horn, 3; 3 fatores explicam 72,4%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tem a menor adequação individual (MSA 0,6231)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Pessoas 60+ (0,6231). Menor comunalidade (promax): Razão de moradores (0,3777).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(1,3708) fica acima da linha de Horn (1,0249)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4,8473, segundo 1,3708 (Horn: 1,0249); os dois primeiros explicam 62,2%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-0,5837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389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-0,5837.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5745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1,3708, contra 1,0249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 define F1 e Analfabetismo 15+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601" y="1243584"/>
            <a:ext cx="593363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Dependência idosa (1,0347); em F2: Analfabetismo 15+ (0,9711).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 tem o maior peso no índice (14,7%)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Dependência idosa (14,7%); a dimensão F2 (socioeconômica) pesa 37,4%.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0,2752 e P90 0,3749, em 73.249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44.902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73.249 setores; mediana 0,2752; percentil 90 0,3749.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4,3%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34.873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24,5% baixo e 4,3%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0,6034: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F2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37,4025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0,6213; mediana da AUC municipal 0,6034, em 31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0,3821 (Belém) a 0,8245 (Goiânia) entre os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Goiânia (0,8245) e a menor, a de Belém (0,3821).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0,3821 (Belém) a 0,8245 (Goiânia) entre os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Goiânia (0,8245) e a menor, a de Belém (0,3821).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90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24,5% dos setores ficam em baixo e 4,3%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0,6213)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0,6213 (global); a mediana municipal é 0,6034.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referência (sem envelhecimento), o índice fica com 73.878 setores e ρ = 0,5518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mesmos 10 componentes com 2 fatores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(sem envelhecimento)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referência (sem envelhecimento): 73.878 setores no índice (contra 73.250), AUC municipal 0,8186, ρ = 0,5518 com o valor-padrão e 49,9%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Placas tem a maior parte dos moradores em vulnerabilidade elevada ou muito elevada (51,1%)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Placas (51,1%); menor: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Placas tem a maior parte dos moradores em vulnerabilidade elevada ou muito elevada (51,1%)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Placas (51,1%); menor: São Raimundo do Doca Bezerra (0,0%).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1.193.563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9.240.451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1.233.071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34.873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18.648.474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3.081.406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8.378.806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1.641.882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1.193.563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261.699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1.193.563 pessoas (3,2% do total), das quais 261.699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Placas (51,1% em elevado ou muito elevado); na base, São Raimundo do Doca Bezerra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Orizânia tem a maior desigualdade interna do índice (Gini 0,3980)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Orizânia (0,3980); menor: Japoatã (0,0505).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Orizânia tem a maior desigualdade interna do índice (Gini 0,3980)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Orizânia (0,3980); menor: Japoatã (0,0505).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402" y="1243584"/>
            <a:ext cx="305403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Orizânia (0,3980), ao menor, Japoatã (0,0505).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0,5518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0,5518. Menor correlação municipal: Japoatã (-0,4000).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(9.318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9.318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49,9%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 Grande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49,9% dos setores mudam de faixa; o município mais afetado é Jaqueira (83,3%).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(9.318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2_ivs_idoso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688" y="1243584"/>
            <a:ext cx="615746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Jaqueira (83,3%); no total, 49,9%.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0,7341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0,6034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49,9%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envelhecimento forma um fator próprio — o de maior variância — e passa a pesar perto de dois quintos do índice. O resultado se afasta muito da referência: metade dos setores muda de faixa, e a AUC contra as favelas cai para perto de 0,6. Isso acontece porque, nestes municípios, setores mais envelhecidos tendem a ter renda maior (bloco 8): somar envelhecimento e carência num índice só faz um compensar o outro. A versão não é elegível (a razão de moradores fica sem carga suficiente). O cruzamento entre IVS e envelhecimento está na análise E5.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(15,9%)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0,1118 (Norte) a 0,1934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-0,7878)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0,5189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0,7341: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tem a menor adequação individual (MSA 0,6231)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(1,3708) fica acima da linha de Horn (1,0249)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-0,5837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 define F1 e Analfabetismo 15+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 tem o maior peso no índice (14,7%)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0,2752 e P90 0,3749, em 73.249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4,3%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0,6034: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0,3821 (Belém) a 0,8245 (Goiânia)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0,6213)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 tem a maior parte dos moradores em vulnerabilidade elevada ou muito elevada (51,1%)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1.193.563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 tem a maior desigualdade interna do índice (Gini 0,3980)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0,5518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(9.318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49,9%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referência (sem envelhecimento), o índice fica com 73.878 setores e ρ = 0,5518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composição do IVS-Idoso é parâmetro exploratório — não é decisão.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contra as favelas não é o desfecho adequado para um índice de envelhecimento; ela só mostra o quanto o índice deixou de medir carência.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do IVS-Idoso: os 7 componentes da referência + % de 60+, IEP e RDI; 3 fatores; pesos pela soma dos quadrados das cargas (promax)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D2_ivs_idoso — IVS-Idoso</dc:title>
  <dc:subject>PptxGenJS Presentation</dc:subject>
  <dc:creator>Pedro Dias Soares</dc:creator>
  <cp:lastModifiedBy>Pedro Dias Soares</cp:lastModifiedBy>
  <cp:revision>1</cp:revision>
  <dcterms:created xsi:type="dcterms:W3CDTF">2026-10-23T00:06:40Z</dcterms:created>
  <dcterms:modified xsi:type="dcterms:W3CDTF">2026-10-23T00:06:40Z</dcterms:modified>
</cp:coreProperties>
</file>