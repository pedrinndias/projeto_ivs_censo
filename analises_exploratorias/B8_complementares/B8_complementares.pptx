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se a chefia feminina ou a proporção de crianças entram como componente?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chefia feminina (responsável mulher) entra como oitavo componente do índice. As crianças de 0 a 4 anos e a população de 0 a 14 anos, cada uma como oitavo componente, e a referência estão na tabela T34. Os blocos 2 a 7 descrevem só os três complementares.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Crianças 0–4 (0,74); o maior percentual de zeros é o de Crianças 0–4 (0,5%).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Responsável mulher, a mediana mais alta está no Nordeste (0,5577) e a mais baixa no Centro-Oeste (0,5057).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Responsável mulher, a maior mediana municipal é a de Rosário (0,6194); a menor, a de Vicentinópolis (0,3411).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Responsável mulher, a maior mediana municipal é a de Rosário (0,6194); a menor, a de Vicentinópolis (0,3411).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Responsável mulher (-0,34).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(Responsável mulher), a mediana regional vai de 0,5057 (Centro-Oeste) a 0,5577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Responsável mulher, a mediana regional vai de 0,5057 (Centro-Oeste) a 0,5577 (Nordeste).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Crianças 0–4 (0,74).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0,0465 (Sul) a 0,0632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0,0465 (Sul) a 0,0632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Crianças 0–4 em Taió, com 20,0%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Crianças 0–4 em Taió (20,0%).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Responsável mulher (0,2%),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56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Responsável mulher está um setor de Manaus, com valor 0,0000.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Responsável mulher (0,2%).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Crianças 0–4 e População 0–14 (ρ = 0,8455).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Crianças 0–4 e População 0–14 (r = 0,8404).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Crianças 0–4 × População 0–14, com Spearman 0,8455 e Pearson 0,8404.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
O que mostra: O par mais forte é Crianças 0–4 × População 0–14 (ρ = 0,8455).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Crianças 0–4 × População 0–14 (ρ = 0,8455).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População 0–14 tem AUC 0,8081 (mediana 0,2193 em FCU e 0,1607 fora); a menor AUC é a de Responsável mulher (0,6417).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População 0–14 (0,8081); a menor, a de Responsável mulher (0,6417).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0,7867, com 73.794 setores; Kaiser retém 2 fatores e Horn, 2; 2 fatores explicam 55,6%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Água inadequada (0,7117). Menor comunalidade (promax): Banheiro graduado (0,1844).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3,2484, segundo 1,1960 (Horn: 1,0192); os dois primeiros explicam 55,6%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0,2953.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1,1960, contra 1,0192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(0,9254); em F2: Água inadequada (0,7099).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(20,4%);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73.793 setores; mediana 0,3412; percentil 90 0,4555.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29,1% baixo e 5,9%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0,8382; mediana da AUC municipal 0,8055,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(0,9536) e a menor, a de Duque de Caxias (0,5923).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(0,9536) e a menor, a de Duque de Caxias (0,5923).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29,1% dos setores ficam em baixo e 5,9%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0,8382 (global); a mediana municipal é 0,8055.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referência (sem complementares): 73.878 setores no índice (contra 73.794), AUC municipal 0,8186, ρ = 0,9811 com o valor-padrão e 10,2%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0,9811. Menor correlação municipal: Taió (0,8761).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2.791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10,2% dos setores mudam de faixa; o município mais afetado é Santa Maria do Oeste (40,0%).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(2.791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Santa Maria do Oeste (40,0%); no total, 10,2%.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a chefia feminina, a versão não é elegível: a menor comunalidade, a de Banheiro graduado, fica abaixo de 0,30, e a AUC municipal contra as favelas cai. As crianças (0 a 4 ou 0 a 14 anos) se encaixam melhor: o KMO sobe, as duas versões são elegíveis e a AUC fica perto da referência, mas mais de um em cada dez setores muda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Proporção de crianças também marca a estrutura etária do setor, o que conversa com o eixo do envelhecimento (versão D2).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B8_complementares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complementares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se a chefia feminina ou a proporção de crianças entram como componente?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mulher, pct_crianca_0a4, pct_pop_0a14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graduado, Responsável mulher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chefia feminina (responsável mulher) entra como oitavo componente do índice. As crianças de 0 a 4 anos e a população de 0 a 14 anos, cada uma como oitavo componente, e a referência estão na tabela T34. Os blocos 2 a 7 descrevem só os três complementares.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F05, F06, F07,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é o indicador mais assimétrico (assimetria 0,74)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Crianças 0–4 (0,74); o maior percentual de zeros é o de Crianças 0–4 (0,5%).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a mediana vai de 0,5057 (Centro-Oeste) a 0,5577 (Nordeste)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Responsável mulher, a mediana mais alta está no Nordeste (0,5577) e a mais baixa no Centro-Oeste (0,5057).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entre os municípios, a mediana vai de 0,3411 a 0,6194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Responsável mulher, a maior mediana municipal é a de Rosário (0,6194); a menor, a de Vicentinópolis (0,3411).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entre os municípios, a mediana vai de 0,3411 a 0,6194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Responsável mulher, a maior mediana municipal é a de Rosário (0,6194); a menor, a de Vicentinópolis (0,3411).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F05 · F06 · F07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Responsável mulher tem a distribuição mais assimétrica (assimetria -0,34)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598" y="1243584"/>
            <a:ext cx="65236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Responsável mulher (-0,34).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Responsável mulher tem mediana de 0,5577 no Nordeste e 0,5057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567" y="1243584"/>
            <a:ext cx="64957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(Responsável mulher), a mediana regional vai de 0,5057 (Centro-Oeste) a 0,5577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567" y="1243584"/>
            <a:ext cx="64957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Responsável mulher, a mediana regional vai de 0,5057 (Centro-Oeste) a 0,5577 (Nordeste).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a distribuição mais assimétrica (assimetria 0,74)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6992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Crianças 0–4 (0,74).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0,0632 no Norte e 0,0465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04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0,0465 (Sul) a 0,0632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020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0,0465 (Sul) a 0,0632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Crianças 0–4 em Taió (20,0%)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66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Crianças 0–4 em Taió, com 20,0%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7227" y="1243584"/>
            <a:ext cx="453238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Crianças 0–4 em Taió (20,0%).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F16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 tem a maior proporção de extremos (0,2%)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Responsável mulher (0,2%),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(56)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56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221100105080289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Responsável mulher está um setor de Manaus, com valor 0,0000.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934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Responsável mulher (0,2%).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e População 0–14 formam o par mais correlacionado (ρ = 0,8455)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Crianças 0–4 e População 0–14 (ρ = 0,8455).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Crianças 0–4 × População 0–14 (r = 0,8404)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Crianças 0–4 e População 0–14 (r = 0,8404).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Crianças 0–4 × População 0–14 (ρ = 0,8455)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Crianças 0–4 × População 0–14, com Spearman 0,8455 e Pearson 0,8404.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31" y="1243584"/>
            <a:ext cx="572057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40424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0972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Crianças 0–4 × População 0–14 (ρ = 0,8455).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009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Crianças 0–4 × População 0–14 (ρ = 0,8455).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é o indicador que mais separa as favelas (AUC 0,8081)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tem AUC 0,8081 (mediana 0,2193 em FCU e 0,1607 fora); a menor AUC é a de Responsável mulher (0,6417).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321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População 0–14 (0,8081); a menor, a de Responsável mulher (0,6417).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0,7867: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194.220,3756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55,5558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0,7867, com 73.794 setores; Kaiser retém 2 fatores e Horn, 2; 2 fatores explicam 55,6%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a menor adequação individual (MSA 0,7117)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Água inadequada (0,7117). Menor comunalidade (promax): Banheiro graduado (0,1844).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(1,1960) fica acima da linha de Horn (1,0192)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3,2484, segundo 1,1960 (Horn: 1,0192); os dois primeiros explicam 55,6%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0,2953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0,2953.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1,1960, contra 1,0192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615" y="1243584"/>
            <a:ext cx="549960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(0,9254); em F2: Água inadequada (0,7099).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(20,4%)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(20,4%);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0,3412 e P90 0,4555, em 73.793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73.793 setores; mediana 0,3412; percentil 90 0,4555.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5,9%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29,1% baixo e 5,9%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0,8055: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0,8382; mediana da AUC municipal 0,8055,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0,5923 (Duque de Caxias) a 0,9536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(0,9536) e a menor, a de Duque de Caxias (0,5923).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0,5923 (Duque de Caxias) a 0,9536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(0,9536) e a menor, a de Duque de Caxias (0,5923).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29,1% dos setores ficam em baixo e 5,9%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0,8382)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0,8382 (global); a mediana municipal é 0,8055.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referência (sem complementares), o índice fica com 73.878 setores e ρ = 0,9811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crianças de 0 a 4 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72.799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população de 0 a 14 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(sem complementares)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referência (sem complementares): 73.878 setores no índice (contra 73.794), AUC municipal 0,8186, ρ = 0,9811 com o valor-padrão e 10,2%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0,9811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0,9811. Menor correlação municipal: Taió (0,8761).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(2.791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2.791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10,2% dos setores mudam de faixa; o município mais afetado é Santa Maria do Oeste (40,0%).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(2.791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8_complementare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219" y="1243584"/>
            <a:ext cx="605840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Santa Maria do Oeste (40,0%); no total, 10,2%.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0,7867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0,8055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 chefia feminina, a versão não é elegível: a menor comunalidade, a de Banheiro graduado, fica abaixo de 0,30, e a AUC municipal contra as favelas cai. As crianças (0 a 4 ou 0 a 14 anos) se encaixam melhor: o KMO sobe, as duas versões são elegíveis e a AUC fica perto da referência, mas mais de um em cada dez setores muda de faixa.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 é o indicador mais assimétrico (assimetria 0,74)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mulher: a mediana vai de 0,5057 (Centro-Oeste) a 0,5577 (Nordeste)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mulher: entre os municípios, a mediana vai de 0,3411 a 0,6194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Responsável mulher tem a distribuição mais assimétrica (assimetria -0,34)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Responsável mulher tem mediana de 0,5577 no Nordeste e 0,5057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a distribuição mais assimétrica (assimetria 0,74)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0,0632 no Norte e 0,0465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Crianças 0–4 em Taió (20,0%)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 tem a maior proporção de extremos (0,2%)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(56)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 e População 0–14 formam o par mais correlacionado (ρ = 0,8455)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Crianças 0–4 × População 0–14 (r = 0,8404)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Crianças 0–4 × População 0–14 (ρ = 0,8455)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 é o indicador que mais separa as favelas (AUC 0,8081)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0,7867: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a menor adequação individual (MSA 0,7117)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(1,1960) fica acima da linha de Horn (1,0192)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0,2953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(20,4%)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0,3412 e P90 0,4555, em 73.793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5,9%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0,8055: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0,5923 (Duque de Caxias) a 0,9536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0,8382)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0,9811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(2.791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referência (sem complementares), o índice fica com 73.878 setores e ρ = 0,9811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também marca a estrutura etária do setor, o que conversa com o eixo do envelhecimento (versão D2).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B8_complementares — Indicadores complementares</dc:title>
  <dc:subject>PptxGenJS Presentation</dc:subject>
  <dc:creator>Pedro Dias Soares</dc:creator>
  <cp:lastModifiedBy>Pedro Dias Soares</cp:lastModifiedBy>
  <cp:revision>1</cp:revision>
  <dcterms:created xsi:type="dcterms:W3CDTF">2026-10-23T00:07:19Z</dcterms:created>
  <dcterms:modified xsi:type="dcterms:W3CDTF">2026-10-23T00:07:19Z</dcterms:modified>
</cp:coreProperties>
</file>