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se o lixo inadequado volta a ser componente, como no IVS-BH e no NB04?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lixo inadequado volta a ser componente do índice (oito componentes), como no IVS-BH 2012 e no NB04. O índice sem lixo da referência está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0,7741, com 73.878 setores; Kaiser retém 3 fatores e Horn, 3; 2 fatores explicam 54,3%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Lixo inadequado (0,6426). Menor comunalidade (promax): Banheiro graduado (0,2986).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3,2274, segundo 1,1159 (Horn: 1,0192); os dois primeiros explicam 54,3%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0,3324.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1,1159, contra 1,0192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(0,8833); em F2: Lixo inadequado (0,7127).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(17,1%);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0,3271; percentil 90 0,4533.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29,5% baixo e 7,1%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0,8573; mediana da AUC municipal 0,8358, em 31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(0,9497) e a menor, a de São José de Ribamar (0,6815).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(0,9497) e a menor, a de São José de Ribamar (0,6815).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29,5% dos setores ficam em baixo e 7,1%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0,8573 (global); a mediana municipal é 0,8358.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sem lixo (referência): 73.878 setores no índice (contra 73.878), AUC municipal 0,8186, ρ = 0,9146 com o valor-padrão e 23,3%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0,9146. Menor correlação municipal: Porto Alegre (0,6245).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5.873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23,3% dos setores mudam de faixa; o município mais afetado é Coroaci (54,5%).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(5.873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Coroaci (54,5%); no total, 23,3%.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lixo, Kaiser e Horn pedem três fatores (o terceiro autovalor fica logo acima do limiar). O lixo carrega bem no fator de saneamento, mas a versão não é elegível: com oito componentes, a comunalidade do banheiro graduado cai para logo abaixo de 0,30. A AUC contra as favelas sobe um pouco, e o índice se afasta da referência: cerca de um em cada quatro setores muda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lixo em caçamba conta como inadequado, como no IVS-BH 2012; essa definição pesa muito em cidades com coleta por caçamba.
O índice usa dois fatores fixos; o terceiro fator que Kaiser e Horn indicam fica de fora.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B5_lixo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 sem lixo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se o lixo inadequado volta a ser componente, como no IVS-BH e no NB04?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Lixo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lixo inadequado volta a ser componente do índice (oito componentes), como no IVS-BH 2012 e no NB04. O índice sem lixo da referência está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0,7741: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192.171,6836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0,7741, com 73.878 setores; Kaiser retém 3 fatores e Horn, 3; 2 fatores explicam 54,3%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 tem a menor adequação individual (MSA 0,6426)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Lixo inadequado (0,6426). Menor comunalidade (promax): Banheiro graduado (0,2986).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(1,1159) fica acima da linha de Horn (1,0192)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3,2274, segundo 1,1159 (Horn: 1,0192); os dois primeiros explicam 54,3%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0,3324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0,3324.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5_lixo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1,1159, contra 1,0192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Lixo inadequado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5_lixo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93" y="1243584"/>
            <a:ext cx="547105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(0,8833); em F2: Lixo inadequado (0,7127).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(17,1%)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(17,1%);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0,3271 e P90 0,4533,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0,3271; percentil 90 0,4533.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7,1%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13.847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29,5% baixo e 7,1%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0,8358: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0,8573; mediana da AUC municipal 0,8358, em 31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0,6815 (São José de Ribamar) a 0,9497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(0,9497) e a menor, a de São José de Ribamar (0,6815).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0,6815 (São José de Ribamar) a 0,9497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(0,9497) e a menor, a de São José de Ribamar (0,6815).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5_lix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29,5% dos setores ficam em baixo e 7,1%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0,8573)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5_lix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0,8573 (global); a mediana municipal é 0,8358.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sem lixo (referência), o índice fica com 73.878 setores e ρ = 0,9146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sem lixo (referência): 73.878 setores no índice (contra 73.878), AUC municipal 0,8186, ρ = 0,9146 com o valor-padrão e 23,3%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0,9146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0,9146. Menor correlação municipal: Porto Alegre (0,6245).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(5.873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5.873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23,3%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23,3% dos setores mudam de faixa; o município mais afetado é Coroaci (54,5%).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5_lix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(5.873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5_lix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509" y="1243584"/>
            <a:ext cx="61418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Coroaci (54,5%); no total, 23,3%.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0,7741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0,8358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lixo, Kaiser e Horn pedem três fatores (o terceiro autovalor fica logo acima do limiar). O lixo carrega bem no fator de saneamento, mas a versão não é elegível: com oito componentes, a comunalidade do banheiro graduado cai para logo abaixo de 0,30. A AUC contra as favelas sobe um pouco, e o índice se afasta da referência: cerca de um em cada quatro setores muda de faixa.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0,7741: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 tem a menor adequação individual (MSA 0,6426)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(1,1159) fica acima da linha de Horn (1,0192)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0,3324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Lixo inadequado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(17,1%)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0,3271 e P90 0,4533,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7,1%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0,8358: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0,6815 (São José de Ribamar) a 0,9497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0,8573)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0,9146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(5.873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sem lixo (referência), o índice fica com 73.878 setores e ρ = 0,9146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lixo em caçamba conta como inadequado, como no IVS-BH 2012; essa definição pesa muito em cidades com coleta por caçamba.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usa dois fatores fixos; o terceiro fator que Kaiser e Horn indicam fica de fora.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B5_lixo — Com e sem lixo</dc:title>
  <dc:subject>PptxGenJS Presentation</dc:subject>
  <dc:creator>Pedro Dias Soares</dc:creator>
  <cp:lastModifiedBy>Pedro Dias Soares</cp:lastModifiedBy>
  <cp:revision>1</cp:revision>
  <dcterms:created xsi:type="dcterms:W3CDTF">2026-10-23T00:04:55Z</dcterms:created>
  <dcterms:modified xsi:type="dcterms:W3CDTF">2026-10-23T00:04:55Z</dcterms:modified>
</cp:coreProperties>
</file>