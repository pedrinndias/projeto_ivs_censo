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indicadores e o IVS nos setores urbanos de todo o Brasil, lado a lado com os 70 municípios?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base: em vez dos 70 municípios do ELSI, todos os setores urbanos com Dados_sig = OK do Brasil, montados dos arquivos nacionais do Censo com as mesmas regras e as mesmas funções da base da entrega. A fatorial, os pesos e as faixas são calculados com o país inteiro; componentes, rotação, pesos 60/40 e normalização no município são os da referência. As tabelas por município dos blocos 2, 4 e 5 passam a ser por UF, e a tabela T35 põe o país e os 70 municípios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468.099 setores; 347.400 ficam no recorte da versão e 249.404 têm todos os componentes do índice (97.996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(249.404 setores) é a amostra do índice; a do recorte tem 347.400.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(17,6%);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(17,6%);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(47,03); o maior percentual de zeros é o de Domicílio improvisado (99,2%).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(47,03); o maior percentual de zeros é o de Domicílio improvisado (99,2%).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(2.831,34) e a mais baixa no Nordeste (1.518,56).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(2.831,34) e a mais baixa no Nordeste (1.518,56).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DF (3.518,49); a menor, a de CE (1.465,53).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DF (3.518,49); a menor, a de CE (1.465,53).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põe lado a lado o conjunto amplo e a amostra do ELSI. Se os 70 municípios fossem um retrato do país, as médias seriam parecidas. Como a amostra é urbana e concentrada em municípios grandes, espera-se que indicadores de saneamento e de renda se afastem do conjunto do país. A diferença relativa é a diferença das médias dividida pela média da versão.
Como ler: Uma linha por indicador: n, média e mediana no recorte da versão e nos setores dele que pertencem ao recorte dos 70 municípios do ELSI.
O que mostra: São 347.400 setores na versão e 104.108 nos 70 municípios. A maior diferença relativa de média é a de Moradia não convencional: 0,0030 na versão e 0,0059 nos 70 municípios.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põe lado a lado o conjunto amplo e a amostra do ELSI. Se os 70 municípios fossem um retrato do país, as médias seriam parecidas. Como a amostra é urbana e concentrada em municípios grandes, espera-se que indicadores de saneamento e de renda se afastem do conjunto do país. A diferença relativa é a diferença das médias dividida pela média da versão.
Como ler: Uma linha por indicador: n, média e mediana no recorte da versão e nos setores dele que pertencem ao recorte dos 70 municípios do ELSI.
O que mostra: São 347.400 setores na versão e 104.108 nos 70 municípios. A maior diferença relativa de média é a de Moradia não convencional: 0,0030 na versão e 0,0059 nos 70 municípios.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(40,50).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(Centro-Oeste) a 0,1796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(Centro-Oeste) a 0,1796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(5,78).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2,6522 (Sul) a 3,1800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2,6522 (Sul) a 3,1800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(47,03).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Dependência idosa (29,02).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0,0532 (Sudeste) a 0,0756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0,0532 (Sudeste) a 0,0756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AC, com 55,3%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AC (55,3%).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27,4% e 1,9%.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27,4% a 1,9%,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(11,0%),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(11,0%),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Casa (11,0%),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SP, com 46.016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Valença/RJ, com valor 177.068,09.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Valença/RJ, com valor 177.068,09.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308 setores SUSPEITO (0,09%) e 7.832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Casa (11,0%).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0,7846 (mediana 0,7394 em FCU e 0,5290 fora); a menor AUC é a de Renda sem o extremo (0,1797).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0,7846 (mediana 0,7394 em FCU e 0,5290 fora); a menor AUC é a de Renda sem o extremo (0,1797).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(0,7846); a menor, a de Renda sem o extremo (0,1797).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0,7865, com 249.404 setores; Kaiser retém 2 fatores e Horn, 2; dois fatores explicam 59,3%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Renda (invertida) (0,7239). Menor comunalidade (promax): Banheiro graduado (0,3487).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3,0681, segundo 1,0821 (Horn: 1,0155); os dois primeiros explicam 59,3%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0,4254.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1,0821,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(0,9183); em F2: Água inadequada (0,8845).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0,9983. Menor correlação municipal: Jaqueira/PE (0,8286).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1.155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3,7% dos setores mudam de faixa; o município mais afetado é São Raimundo do Doca Bezerra/MA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(1.155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Bezerra/MA (100,0%); no total, 3,7%.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Calculado com o país inteiro, o índice ordena os setores dos 70 municípios quase como a referência, e poucos mudam de faixa: a estrutura de dois fatores e os pesos não dependem da amostra do ELSI. A versão é elegível. A AUC global contra as favelas é menor que a da referência, porque mistura municípios em que as favelas pesam de modo muito diferente; a AUC municipal, que é a leitura adequada, fica mais alta. Na comparação lado a lado (T35), os setores dos 70 municípios têm mais renda, menos analfabetismo e menos falta de água, esgoto e banheiro do que os setores urbanos do país, mas mais apartamentos, mais habitação precária e mais lixo inadequado: o perfil de uma amostra concentrada em cidades grandes.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nacional foi montada para esta versão (scripts/base_nacional_versoes.py) e não é versionada; nos 70 municípios ela reproduz a base da entrega.
Com milhares de municípios, as tabelas por município dos blocos 2, 4 e 5 viram tabelas por UF.
O bloco 8 (envelhecimento) e os blocos 10 a 12 não fazem parte desta versão; o índice entra só na adequação fatorial e na comparação com a referência.
Os nomes de município levam a sigla da UF, porque o nome sozinho se repete no país e o índice é normalizado por município.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A6_brasil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indicadores e o IVS nos setores urbanos de todo o Brasil, lado a lado com os 70 municípios?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347.400 setores no recorte  ·  249.404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nacional/Base_Brasil_Censo2022.db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1, 2, 3, 4, 5, 6, 7, 9, 13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465701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0565"/>
            <a:ext cx="10634472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em vez dos 70 municípios do ELSI, todos os setores urbanos com Dados_sig = OK do Brasil, montados dos arquivos nacionais do Censo com as mesmas regras e as mesmas funções da base da entrega. A fatorial, os pesos e as faixas são calculados com o país inteiro; componentes, rotação, pesos 60/40 e normalização no município são os da referência. As tabelas por município dos blocos 2, 4 e 5 passam a ser por UF, e a tabela T35 põe o país e os 70 municípios lado a lado.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249.404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468.099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347.400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249.404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T05, T35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249.404 setores chegam ao índice, de 468.099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468.099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354.965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113.134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249.404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97.996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468.099 setores; 347.400 ficam no recorte da versão e 249.404 têm todos os componentes do índice (97.996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97.996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6487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(249.404 setores) é a amostra do índice; a do recorte tem 347.400.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(17,6%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39.573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289.265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300.578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46.822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331.902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38.099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286.270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38.144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(17,6%);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(17,6%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34.534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39.940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345.939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338.785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(17,6%);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 · T35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47,03)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289.265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300.578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331.902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286.270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3.005,79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1.304,33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5.938,57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(47,03); o maior percentual de zeros é o de Domicílio improvisado (99,2%).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47,03)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2.992,38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1.304,33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5.938,49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2.992,37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1.304,33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5.938,48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-16,31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112,7321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225,7143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345.939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338.785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29,7619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(47,03); o maior percentual de zeros é o de Domicílio improvisado (99,2%).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1.518,56 (Nordeste) a 2.831,34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1.859,58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1.518,56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2.502,25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2.831,34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2.620,02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(2.831,34) e a mais baixa no Nordeste (1.518,56).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1.518,56 (Nordeste) a 2.831,34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1.859,58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1.518,56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2.502,24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2.831,34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2.620,02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1.859,58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1.518,56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2.502,25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2.831,34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2.620,02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41,3462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67,6301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101,8519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98,1366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64,7059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40,7407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(2.831,34) e a mais baixa no Nordeste (1.518,56).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1.465,53 a 3.518,49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UF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DF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1.857,51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3.518,50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13.287,89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2.140,73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3.094,93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6.167,59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1.826,80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2.788,96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5.478,51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1.711,91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7.900,81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2.726,81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5.898,53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1.687,85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2.700,88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5.705,79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1.668,65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2.566,06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5.255,37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1.644,26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2.377,77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4.844,19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1.583,32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2.321,88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4.346,32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39.044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1.450,49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2.264,28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5.058,74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DF (3.518,49); a menor, a de CE (1.465,53).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1.465,53 a 3.518,49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UF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1.132,61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1.716,38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4.294,84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1.108,84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3.607,02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1.087,95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1.575,09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3.334,25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1.057,21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1.538,75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3.144,97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1.036,99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1.532,67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4.086,12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1.051,59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1.528,44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3.680,05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987,23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1.509,89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4.022,88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1.012,40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1.478,84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3.407,91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1.016,17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1.470,79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3.701,69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1.022,37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1.465,53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3.193,99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DF (3.518,49); a menor, a de CE (1.465,53).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 é o indicador que mais difere entre o recorte da versão e os 70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963496"/>
                <a:gridCol w="892498"/>
                <a:gridCol w="937123"/>
                <a:gridCol w="937123"/>
                <a:gridCol w="847873"/>
                <a:gridCol w="937123"/>
                <a:gridCol w="93712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289.265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300.578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331.902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286.270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309.256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n, média e mediana no recorte da versão e nos setores dele que pertencem ao recorte dos 70 municípios do ELSI.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347.400 setores na versão e 104.108 nos 70 municípios. A maior diferença relativa de média é a de Moradia não convencional: 0,0030 na versão e 0,0059 nos 70 municípios.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T35 · tabelas/T35_versao_x_70_municipios.csv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 é o indicador que mais difere entre o recorte da versão e os 70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963496"/>
                <a:gridCol w="892498"/>
                <a:gridCol w="937123"/>
                <a:gridCol w="937123"/>
                <a:gridCol w="847873"/>
                <a:gridCol w="937123"/>
                <a:gridCol w="937123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(versão)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(70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4.185,80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327.530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347.399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312.866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307.460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340.915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346.054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345.939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27,3671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338.785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n, média e mediana no recorte da versão e nos setores dele que pertencem ao recorte dos 70 municípios do ELSI.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347.400 setores na versão e 104.108 nos 70 municípios. A maior diferença relativa de média é a de Moradia não convencional: 0,0030 na versão e 0,0059 nos 70 municípios.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T35 · tabelas/T35_versao_x_70_municipios.csv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40,50)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5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(40,50).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0,1796 no Norte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(Centro-Oeste) a 0,1796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492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(Centro-Oeste) a 0,1796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5,78)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(5,78).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3,1800 no Norte e 2,6522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2,6522 (Sul) a 3,1800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2,6522 (Sul) a 3,1800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47,03)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58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(47,03).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Dependência idosa tem a distribuição mais assimétrica (assimetria 29,02)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1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Dependência idosa (29,02).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0,0756 no Norte e 0,0532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0,0532 (Sudeste) a 0,0756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0,0532 (Sudeste) a 0,0756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AC (55,3%)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UF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AC, com 55,3%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95" y="1243584"/>
            <a:ext cx="393185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AC (55,3%).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27,4% dos menores setores e em 1,9%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27,4% e 1,9%.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27,4% a 1,9%,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(11,0%)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(11,0%),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(11,0%)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8.712,15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8.712,14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(11,0%),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tem a maior proporção de extremos (11,0%)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22.020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37.374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423,5456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92,0805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Casa (11,0%),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 concentra o maior número de marcações de extremo (46.016)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UF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46.016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DF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SP, com 46.016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Ariquemes/RO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110002305000046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Amaturá/AM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130006005000024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Ariquemes/RO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110002305000046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Amaturá/AM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130006005000024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Codó/MA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210330715000001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Amaturá/AM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130006005000027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Gabriel da Cachoeira/AM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130380905000046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Codó/MA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210330715000001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130406205000033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de Alcântara/SC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421725305000003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Valença/RJ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330610705000124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177.068,09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Velho/RO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110020505000068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Valença/RJ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330610705000124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177.068,09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Valença/RJ, com valor 177.068,09.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Valença/RJ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330610705000124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177.068,09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2.312,82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Janeiro/RJ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330455705300460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Horizonte/MG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Santana do Araguaia/PA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150670805000087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Horizonte/MG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Velho/RO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110020505000068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Velho/RO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110020505000068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Campos dos Goytacazes/RJ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330100905080215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Grajaú/MA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210480005000231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Bragança Paulista/SP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350760505000030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Fortaleza/CE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Piracicaba/SP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353870905000063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Cacoal/RO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110004905000084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43,0108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Valença/RJ, com valor 177.068,09.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 setores têm renda suspeita e 7.832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339.224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97,66%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308 setores SUSPEITO (0,09%) e 7.832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Casa (11,0%).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53" y="1243584"/>
            <a:ext cx="456293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0,7846)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0,7846 (mediana 0,7394 em FCU e 0,5290 fora); a menor AUC é a de Renda sem o extremo (0,1797).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0,7846)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28.788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23.265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43,6620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-6,9953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-9,9998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90,9091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-45,0758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1.517,79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2.449,90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-932,11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1.517,79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2.449,90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-932,11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1.517,76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2.449,90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-932,14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33.171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0,7846 (mediana 0,7394 em FCU e 0,5290 fora); a menor AUC é a de Renda sem o extremo (0,1797).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(0,7846); a menor, a de Renda sem o extremo (0,1797).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0,7865: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249.404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514.422,0951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0,7865, com 249.404 setores; Kaiser retém 2 fatores e Horn, 2; dois fatores explicam 59,3%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a menor adequação individual (MSA 0,7239)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(0,7239). Menor comunalidade (promax): Banheiro graduado (0,3487).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(1,0821)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1,0821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3,0681, segundo 1,0821 (Horn: 1,0155); os dois primeiros explicam 59,3%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0,4254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0,4254.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1,0821,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Água inadequada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9326" y="1243584"/>
            <a:ext cx="548818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(0,9183); em F2: Água inadequada (0,8845).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0,9983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Jaqueira/PE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Placas/PA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Preta/PE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Taió/SC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Coroaci/MG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Itajuípe/BA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Portel/PA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Goianésia/GO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Guapiaçu/SP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Vicentinópolis/GO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Charqueadas/RS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Salinas/MG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Camaragibe/PE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0,9983. Menor correlação municipal: Jaqueira/PE (0,8286).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(1.155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1.155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Vicentinópolis/GO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Portel/PA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Urandi/BA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Goianésia/GO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Limoeiro do Norte/CE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Ibatiba/ES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Arara/PB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Camaragibe/PE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Taió/SC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Belém/PA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Itapetinga/BA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Manaus/AM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Recife/PE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Rosário/MA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3,7% dos setores mudam de faixa; o município mais afetado é São Raimundo do Doca Bezerra/MA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(1.155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6_brasil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61" y="1243584"/>
            <a:ext cx="663191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Bezerra/MA (100,0%); no total, 3,7%.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249.404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0,7865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 com o país inteiro, o índice ordena os setores dos 70 municípios quase como a referência, e poucos mudam de faixa: a estrutura de dois fatores e os pesos não dependem da amostra do ELSI. A versão é elegível. A AUC global contra as favelas é menor que a da referência, porque mistura municípios em que as favelas pesam de modo muito diferente; a AUC municipal, que é a leitura adequada, fica mais alta. Na comparação lado a lado (T35), os setores dos 70 municípios têm mais renda, menos analfabetismo e menos falta de água, esgoto e banheiro do que os setores urbanos do país, mas mais apartamentos, mais habitação precária e mais lixo inadequado: o perfil de uma amostra concentrada em cidades grandes.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249.404 setores chegam ao índice, de 468.099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97.996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é o indicador com mais faltantes (17,6%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é o indicador mais assimétrico (assimetria 47,03)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1.518,56 (Nordeste) a 2.831,34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1.465,53 a 3.518,49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 é o indicador que mais difere entre o recorte da versão e os 70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40,50)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0,1796 no Norte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5,78)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3,1800 no Norte e 2,6522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47,03)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Dependência idosa tem a distribuição mais assimétrica (assimetria 29,02)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0,0756 no Norte e 0,0532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AC (55,3%)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27,4% dos menores setores e em 1,9%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tem a maior proporção de extremos (11,0%)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 concentra o maior número de marcações de extremo (46.016)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 setores têm renda suspeita e 7.832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média × Renda sem o extremo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0,7846)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0,7865: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a menor adequação individual (MSA 0,7239)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(1,0821)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0,4254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Água inadequada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0,9983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(1.155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nacional foi montada para esta versão (scripts/base_nacional_versoes.py) e não é versionada; nos 70 municípios ela reproduz a base da entrega.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milhares de municípios, as tabelas por município dos blocos 2, 4 e 5 viram tabelas por UF.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bloco 8 (envelhecimento) e os blocos 10 a 12 não fazem parte desta versão; o índice entra só na adequação fatorial e na comparação com a referência.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nomes de município levam a sigla da UF, porque o nome sozinho se repete no país e o índice é normalizado por município.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A6_brasil — Brasil</dc:title>
  <dc:subject>PptxGenJS Presentation</dc:subject>
  <dc:creator>Pedro Dias Soares</dc:creator>
  <cp:lastModifiedBy>Pedro Dias Soares</cp:lastModifiedBy>
  <cp:revision>1</cp:revision>
  <dcterms:created xsi:type="dcterms:W3CDTF">2026-10-06T20:52:51Z</dcterms:created>
  <dcterms:modified xsi:type="dcterms:W3CDTF">2026-10-06T20:52:51Z</dcterms:modified>
</cp:coreProperties>
</file>