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IVS da referência se relaciona com o envelhecimento dos setores?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versão do índice: cruza o IVS da referência com os indicadores de envelhecimento por setor (proporção de 60+, índice de envelhecimento, razão de dependência idosa e 70+ entre os 60+).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cruzamento entre o índice da referência e os indicadores de envelhecimento: correlação de postos, valores típicos por faixa e diferenças entre municípios. É a alternativa ao IVS-Idoso (versão D2): em vez de somar envelhecimento ao índice, cruza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Correlação negativa significa que os setores mais vulneráveis tendem a ser mais jovens. Isso não quer dizer que idosos vulneráveis sejam poucos: quer dizer que eles se espalham por setores de perfis diferentes.
Como ler: Correlação de postos entre o IVS da referência e os indicadores de envelhecimento, no total e por região.
O que mostra: Total: ρ = -0,5426 com a proporção de 60+ e -0,6000 com o índice de envelhecimento.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com proporção menor, as faixas altas concentram muitos idosos em números absolutos, porque reúnem setores populosos; a coluna de pessoas de 60+ mostra isso.
Como ler: Uma linha por faixa do IVS (regra do IVS-BH): setores, medianas dos indicadores de envelhecimento e total de pessoas de 60+.
O que mostra: Mediana da proporção de 60+: 0,2311 na faixa baixa e 0,0957 na muito elevada.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muda de cidade para cidade: onde ela é positiva, envelhecimento e vulnerabilidade se sobrepõem.
Como ler: Uma linha por município: setores e correlação de postos entre o IVS e a proporção de 60+.
O que mostra: Menor: Rio de Janeiro (-0,7048); maior: Capelinha (0,2292).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muda de cidade para cidade: onde ela é positiva, envelhecimento e vulnerabilidade se sobrepõem.
Como ler: Uma linha por município: setores e correlação de postos entre o IVS e a proporção de 60+.
O que mostra: Menor: Rio de Janeiro (-0,7048); maior: Capelinha (0,2292).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muda de cidade para cidade: onde ela é positiva, envelhecimento e vulnerabilidade se sobrepõem.
Como ler: Uma linha por município: setores e correlação de postos entre o IVS e a proporção de 60+.
O que mostra: Menor: Rio de Janeiro (-0,7048); maior: Capelinha (0,2292).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muda de cidade para cidade: onde ela é positiva, envelhecimento e vulnerabilidade se sobrepõem.
Como ler: Uma linha por município: setores e correlação de postos entre o IVS e a proporção de 60+.
O que mostra: Menor: Rio de Janeiro (-0,7048); maior: Capelinha (0,2292). Destaques entre os municípios com pelo menos 30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nuvem inteira: a correlação resume a tendência, mas há setores vulneráveis e envelhecidos ao mesmo tempo.
Como ler: Cada hexágono reúne setores com IVS e proporção de 60+ parecidos; quanto mais escuro, mais setores.
O que mostra: ρ = -0,5426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caixas se sobrepõem: em todas as faixas há setores muito envelhecidos.
Como ler: Uma caixa por faixa com a proporção de pessoas de 60+ nos setores.
O que mostra: Mediana de 0,2311 na faixa baixa e 0,0957 na muito elevada.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IVS e o envelhecimento andam em sentidos opostos: os setores mais vulneráveis são, em geral, mais jovens, e a proporção mediana de pessoas de 60+ cai das faixas baixas para as altas. A relação muda de cidade para cidade e chega a ser positiva em alguns municípios. É por isso que somar envelhecimento ao índice (D2) apaga a vulnerabilidade; cruzar os dois, como aqui, preserva as duas informações.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Correlação por setor não diz nada sobre o idoso individual: idosos vulneráveis existem em setores de todos os perfis.
Municípios com poucos setores têm correlação instável.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E5_ivs_e_envelhecimento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e envelhecimento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IVS da referência se relaciona com o envelhecimento dos setores?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versão do índice: cruza o IVS da referência com os indicadores de envelhecimento por setor (proporção de 60+, índice de envelhecimento, razão de dependência idosa e 70+ entre os 60+).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 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o IVS da referência se relaciona com o envelhecimento dos setores?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T50, T51, T52, F46, F47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e 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IVS da referência se relaciona com o envelhecimento dos setores?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T50 · T51 · T52 · F46 · F47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e pessoas de 60+ andam em sentidos opostos (ρ = -0,5426)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pct idoso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iep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rdi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prop 70mais entre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postos entre o IVS da referência e os indicadores de envelhecimento, no total e por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-0,5426 com a proporção de 60+ e -0,6000 com o índice de envelhecimento.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T50 · tabelas/T50_ivs_x_envelhecimento.csv  ·  Bloco 18. IVS e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60+ cai de 0,2311 na faixa baixa para 0,0957 na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040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ivs 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pct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iep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rdi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180,6452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2.120.633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102,9126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2.820.532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57,6524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1.111.069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muito_elevado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173.718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do IVS (regra do IVS-BH): setores, medianas dos indicadores de envelhecimento e total de pessoas de 60+.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proporção de 60+: 0,2311 na faixa baixa e 0,0957 na muito elevada.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T51 · tabelas/T51_envelhecimento_por_faixa.csv  ·  Bloco 18. IVS e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relação entre IVS e 60+ vai de -0,7048 (Rio de Janeiro) a 0,2292 (Capelinha)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ivs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 e correlação de postos entre o IVS e a proporção de 60+.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Menor: Rio de Janeiro (-0,7048); maior: Capelinha (0,2292).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T52 · tabelas/T52_ivs_x_60mais_por_municipio.csv  ·  Bloco 18. IVS e envelhecimento  ·  parte 1 de 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relação entre IVS e 60+ vai de -0,7048 (Rio de Janeiro) a 0,2292 (Capelinha)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ivs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 e correlação de postos entre o IVS e a proporção de 60+.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Menor: Rio de Janeiro (-0,7048); maior: Capelinha (0,2292).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T52 · tabelas/T52_ivs_x_60mais_por_municipio.csv  ·  Bloco 18. IVS e envelhecimento  ·  parte 2 de 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relação entre IVS e 60+ vai de -0,7048 (Rio de Janeiro) a 0,2292 (Capelinha)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ivs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 e correlação de postos entre o IVS e a proporção de 60+.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Menor: Rio de Janeiro (-0,7048); maior: Capelinha (0,2292).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T52 · tabelas/T52_ivs_x_60mais_por_municipio.csv  ·  Bloco 18. IVS e envelhecimento  ·  parte 3 de 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relação entre IVS e 60+ vai de -0,7048 (Rio de Janeiro) a 0,2292 (Capelinha)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rho ivs 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 e correlação de postos entre o IVS e a proporção de 60+.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Menor: Rio de Janeiro (-0,7048); maior: Capelinha (0,2292). Destaques entre os municípios com pelo menos 30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T52 · tabelas/T52_ivs_x_60mais_por_municipio.csv  ·  Bloco 18. IVS e envelhecimento  ·  parte 4 de 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× proporção de 60+ (ρ = -0,5426)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5_ivs_e_envelhecimento/figuras/F46_ivs_x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755" y="1243584"/>
            <a:ext cx="648932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IVS e proporção de 60+ parecidos; quanto mais escuro, mais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-0,5426 no total.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F46 · figuras/F46_ivs_x_60mais.png  ·  Bloco 18. IVS e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60+ em cada faixa do IVS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5_ivs_e_envelhecimento/figuras/F47_60mais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795" y="1243584"/>
            <a:ext cx="718325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faixa com a proporção de pessoas de 60+ nos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de 0,2311 na faixa baixa e 0,0957 na muito elevada.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F47 · figuras/F47_60mais_por_faixa.png  ·  Bloco 18. IVS e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e o envelhecimento andam em sentidos opostos: os setores mais vulneráveis são, em geral, mais jovens, e a proporção mediana de pessoas de 60+ cai das faixas baixas para as altas. A relação muda de cidade para cidade e chega a ser positiva em alguns municípios. É por isso que somar envelhecimento ao índice (D2) apaga a vulnerabilidade; cruzar os dois, como aqui, preserva as duas informações.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 e pessoas de 60+ andam em sentidos opostos (ρ = -0,5426)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60+ cai de 0,2311 na faixa baixa para 0,0957 na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relação entre IVS e 60+ vai de -0,7048 (Rio de Janeiro) a 0,2292 (Capelinha)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 × proporção de 60+ (ρ = -0,5426)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60+ em cada faixa do IVS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por setor não diz nada sobre o idoso individual: idosos vulneráveis existem em setores de todos os perfis.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com poucos setores têm correlação instável.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E5_ivs_e_envelhecimento — IVS e envelhecimento</dc:title>
  <dc:subject>PptxGenJS Presentation</dc:subject>
  <dc:creator>Pedro Dias Soares</dc:creator>
  <cp:lastModifiedBy>Pedro Dias Soares</cp:lastModifiedBy>
  <cp:revision>1</cp:revision>
  <dcterms:created xsi:type="dcterms:W3CDTF">2026-10-06T20:58:10Z</dcterms:created>
  <dcterms:modified xsi:type="dcterms:W3CDTF">2026-10-06T20:58:10Z</dcterms:modified>
</cp:coreProperties>
</file>