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ficam os dois subíndices — socioeconômico e de saneamento — calculados separadamente?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vez de um índice só, o subíndice socioeconômico: só os componentes do fator socioeconômico (razão de moradores, analfabetismo, renda e cor ou raça), com os pesos da referência renormalizados. O subíndice de saneamento e o índice completo da referência estão na tabela T34.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(32,1%);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73.877 setores; mediana 0,5390; percentil 90 0,6468.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27,5% baixo e 3,3%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0,8554; mediana da AUC municipal 0,8664,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(0,9494) e a menor, a de São José de Ribamar (0,6698).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(0,9494) e a menor, a de São José de Ribamar (0,6698).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27,5% dos setores ficam em baixo e 3,3%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0,8554 (global); a mediana municipal é 0,8664.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índice completo (referência): 73.878 setores no índice (contra 73.878), AUC municipal 0,8186, ρ = 0,9278 com o valor-padrão e 20,9%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classifica setores, mas a pergunta de política pública é sobre pessoas. Este bloco soma moradores e moradores de 60 anos ou mais em cada faixa do índice, por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Autazes (56,0%);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Autazes (56,0%);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contagem de pessoas usa o total de moradores do setor (v0001) e a soma das faixas de 60 a 69 e de 70 anos ou mais. Só entram os setores da amostra do índice.
Como ler: Uma linha por faixa: setores, moradores e moradores de 60+, com os percentuais.
O que mostra: Na faixa muito elevada: 1.077.981 pessoas (2,9% do total), das quais 104.831 com 60 anos ou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tabela por município em forma de barras empilhadas. Um município em que as faixas altas ocupam muito da barra concentra população nos setores mais vulneráveis da cidade.
Como ler: Uma barra por município, dividida pelas faixas do índice; o comprimento de cada parte é o percentual de moradores. Ordem: do maior para o menor percentual nas duas faixas mais altas.
O que mostra: No topo, Autazes (56,0% em elevado ou muito elevado); na base,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índice é normalizado dentro de cada município, a comparação entre cidades é sobre a desigualdade interna, não sobre o nível. Três medidas: a razão entre os percentis 90 e 10, o Gini e o Theil.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São Paulo das Missões (0,4301); menor: Salvador (0,0553).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São Paulo das Missões (0,4301); menor: Salvador (0,0553).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Gini e Theil apontam em sentidos diferentes para um município, a desigualdade dele está mais na cauda (poucos setores muito acima dos demais) do que no meio da distribuição.
Como ler: Barras: Gini do índice dentro de cada município, do maior para o menor. Pontos: Theil.
O que mostra: Do maior Gini, São Paulo das Missões (0,4301), ao menor, Salvador (0,0553).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0,9278. Menor correlação municipal: Santa Maria do Oeste (0,1000).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medio para elevado, com 6.494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20,9% dos setores mudam de faixa; o município mais afetado é Santa Maria do Oeste (60,0%).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medio para elevado (6.494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Santa Maria do Oeste (60,0%); no total, 20,9%.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subíndice socioeconômico separa as favelas melhor do que o índice completo (AUC municipal maior), mas reclassifica cerca de um em cada cinco setores. O subíndice de saneamento sozinho separa mal as favelas e ordena os setores de um jeito muito diferente: as duas dimensões medem coisas distintas, e a soma das duas dilui a dimensão que mais discrimina as favelas.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subíndices herdam os pesos internos da fatorial da referência; não foram reestimados separadamente.
A AUC contra as favelas mede só uma face da vulnerabilidade; o saneamento pode ser decisivo para outros desfechos (saúde, por exemplo).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D1_subindices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Subíndices socioeconômico e de saneamento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ficam os dois subíndices — socioeconômico e de saneamento — calculados separadamente?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vez de um índice só, o subíndice socioeconômico: só os componentes do fator socioeconômico (razão de moradores, analfabetismo, renda e cor ou raça), com os pesos da referência renormalizados. O subíndice de saneamento e o índice completo da referência estão na tabela T34.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está em risco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pessoas, e quantas pessoas idosas, vivem em cada faixa?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T28, T29, F26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interna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que municípios o índice varia mais de um setor para outro?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T30, F27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(32,1%)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(32,1%);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0,5390 e P90 0,6468, em 73.877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73.877 setores; mediana 0,5390; percentil 90 0,6468.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3,3%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27.981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27,5% baixo e 3,3%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0,8664: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0,8554; mediana da AUC municipal 0,8664,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0,6698 (São José de Ribamar) a 0,9494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(0,9494) e a menor, a de São José de Ribamar (0,6698).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0,6698 (São José de Ribamar) a 0,9494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(0,9494) e a menor, a de São José de Ribamar (0,6698).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1_subindices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27,5% dos setores ficam em baixo e 3,3%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0,8554)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1_subindices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0,8554 (global); a mediana municipal é 0,8664.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índice completo (referência), o índice fica com 73.878 setores e ρ = 0,9278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subíndice de 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completo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índice completo (referência): 73.878 setores no índice (contra 73.878), AUC municipal 0,8186, ρ = 0,9278 com o valor-padrão e 20,9%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pessoas, e quantas pessoas idosas, vivem em cada faixa?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T28 · T29 · F26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Autazes tem a maior parte dos moradores em vulnerabilidade elevada ou muito elevada (56,0%)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Autazes (56,0%); menor: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Autazes tem a maior parte dos moradores em vulnerabilidade elevada ou muito elevada (56,0%)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476.793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20.672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1663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Autazes (56,0%); menor: São Raimundo do Doca Bezerra (0,0%).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1.077.981 pessoas vivem em setores de vulnerabilidade muito elevada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9.149.257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2.007.495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27.981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15.053.663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2.632.204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12.231.431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1.481.422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1.077.981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104.831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faixa: setores, moradores e moradores de 60+, com os percentuais.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faixa muito elevada: 1.077.981 pessoas (2,9% do total), das quais 104.831 com 60 anos ou mais.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T29 · tabelas/T29_risco_total.csv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parcela de moradores em cada faixa muda de município para município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1_subindices/figuras/F26_risco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08" y="1243584"/>
            <a:ext cx="34364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município, dividida pelas faixas do índice; o comprimento de cada parte é o percentual de moradores. Ordem: do maior para o menor percentual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Autazes (56,0% em elevado ou muito elevado); na base,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 · figuras/F26_risco_por_municipio.png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interna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municípios o índice varia mais de um setor para outro?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T30 · F27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desigualdade interna do índice (Gini 0,4301)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São Paulo das Missões (0,4301); menor: Salvador (0,0553).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desigualdade interna do índice (Gini 0,4301)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São Paulo das Missões (0,4301); menor: Salvador (0,0553).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interna do índice, município por município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1_subindices/figuras/F27_desigualdade_inter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402" y="1243584"/>
            <a:ext cx="305403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Gini do índice dentro de cada município, do maior para o menor. Pontos: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maior Gini, São Paulo das Missões (0,4301), ao menor, Salvador (0,0553).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F27 · figuras/F27_desigualdade_interna.png  ·  Bloco 12. Desigualdade interna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0,9278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0,9278. Menor correlação municipal: Santa Maria do Oeste (0,1000).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medio para elevado (6.494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medio para elevado, com 6.494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20,9%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20,9% dos setores mudam de faixa; o município mais afetado é Santa Maria do Oeste (60,0%).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1_subindices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medio para elevado (6.494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1_subindices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467" y="1243584"/>
            <a:ext cx="602190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Santa Maria do Oeste (60,0%); no total, 20,9%.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5134356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0,8664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7356" y="1472184"/>
            <a:ext cx="5134356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7356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20,9%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77356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subíndice socioeconômico separa as favelas melhor do que o índice completo (AUC municipal maior), mas reclassifica cerca de um em cada cinco setores. O subíndice de saneamento sozinho separa mal as favelas e ordena os setores de um jeito muito diferente: as duas dimensões medem coisas distintas, e a soma das duas dilui a dimensão que mais discrimina as favelas.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(32,1%)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0,5390 e P90 0,6468, em 73.877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3,3%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0,8664: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0,6698 (São José de Ribamar) a 0,9494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0,8554)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 tem a maior parte dos moradores em vulnerabilidade elevada ou muito elevada (56,0%)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1.077.981 pessoas vivem em setores de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parcela de moradores em cada faixa muda de município para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 tem a maior desigualdade interna do índice (Gini 0,4301)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interna do índice, município por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0,9278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medio para elevado (6.494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índice completo (referência), o índice fica com 73.878 setores e ρ = 0,9278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subíndices herdam os pesos internos da fatorial da referência; não foram reestimados separadamente.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contra as favelas mede só uma face da vulnerabilidade; o saneamento pode ser decisivo para outros desfechos (saúde, por exemplo).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D1_subindices — Subíndices socioeconômico e de saneamento</dc:title>
  <dc:subject>PptxGenJS Presentation</dc:subject>
  <dc:creator>Pedro Dias Soares</dc:creator>
  <cp:lastModifiedBy>Pedro Dias Soares</cp:lastModifiedBy>
  <cp:revision>1</cp:revision>
  <dcterms:created xsi:type="dcterms:W3CDTF">2026-10-23T00:06:23Z</dcterms:created>
  <dcterms:modified xsi:type="dcterms:W3CDTF">2026-10-23T00:06:23Z</dcterms:modified>
</cp:coreProperties>
</file>