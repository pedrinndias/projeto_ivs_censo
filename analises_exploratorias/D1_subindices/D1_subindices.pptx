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ficam os dois subíndices — socioeconômico e de saneamento — calculados separadamente?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de um índice só, o subíndice socioeconômico: só os componentes do fator socioeconômico (razão de moradores, analfabetismo, renda e cor ou raça), com os pesos da referência renormalizados. O subíndice de saneamento e o índice completo da referência estão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(32,1%);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0,5390; percentil 90 0,6468.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27,5% baixo e 3,3%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0,8554; mediana da AUC municipal 0,8664,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(0,9494) e a menor, a de São José de Ribamar (0,6698).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(0,9494) e a menor, a de São José de Ribamar (0,6698).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27,5% dos setores ficam em baixo e 3,3%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0,8554 (global); a mediana municipal é 0,8664.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índice completo (referência): 73.878 setores no índice (contra 73.878), AUC municipal 0,8186, ρ = 0,9278 com o valor-padrão e 20,9%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Autazes (56,0%);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Autazes (56,0%);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1.077.981 pessoas (2,9% do total), das quais 104.831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Autazes (56,0%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(0,4301); menor: Salvador (0,0553).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(0,4301); menor: Salvador (0,0553).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São Paulo das Missões (0,4301), ao menor, Salvador (0,0553).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0,9278. Menor correlação municipal: Santa Maria do Oeste (0,1000).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medio para elevado, com 6.494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20,9%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medio para elevado (6.494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20,9%.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subíndice socioeconômico separa as favelas melhor do que o índice completo (AUC municipal maior), mas reclassifica cerca de um em cada cinco setores. O subíndice de saneamento sozinho separa mal as favelas e ordena os setores de um jeito muito diferente: as duas dimensões medem coisas distintas, e a soma das duas dilui a dimensão que mais discrimina as favelas.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subíndices herdam os pesos internos da fatorial da referência; não foram reestimados separadamente.
A AUC contra as favelas mede só uma face da vulnerabilidade; o saneamento pode ser decisivo para outros desfechos (saúde, por exemplo).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D1_subindices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Subíndices socioeconômico e de saneamento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ficam os dois subíndices — socioeconômico e de saneamento — calculados separadamente?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vez de um índice só, o subíndice socioeconômico: só os componentes do fator socioeconômico (razão de moradores, analfabetismo, renda e cor ou raça), com os pesos da referência renormalizados. O subíndice de saneamento e o índice completo da referência estão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(32,1%)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(32,1%);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0,5390 e P90 0,6468,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0,5390; percentil 90 0,6468.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3,3%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27.981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27,5% baixo e 3,3%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0,8664: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0,8554; mediana da AUC municipal 0,8664,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0,6698 (São José de Ribamar) a 0,9494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(0,9494) e a menor, a de São José de Ribamar (0,6698).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0,6698 (São José de Ribamar) a 0,9494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(0,9494) e a menor, a de São José de Ribamar (0,6698).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27,5% dos setores ficam em baixo e 3,3%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0,8554)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0,8554 (global); a mediana municipal é 0,8664.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índice completo (referência), o índice fica com 73.878 setores e ρ = 0,9278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subíndice de 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completo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índice completo (referência): 73.878 setores no índice (contra 73.878), AUC municipal 0,8186, ρ = 0,9278 com o valor-padrão e 20,9%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tem a maior parte dos moradores em vulnerabilidade elevada ou muito elevada (56,0%)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18.686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Autazes (56,0%);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tem a maior parte dos moradores em vulnerabilidade elevada ou muito elevada (56,0%)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476.793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20.672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Autazes (56,0%);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1.077.981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9.149.257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2.007.495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27.981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15.053.663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2.632.204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12.231.431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1.481.422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1.077.981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1.077.981 pessoas (2,9% do total), das quais 104.831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Autazes (56,0%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0,4301)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(0,4301); menor: Salvador (0,0553).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0,4301)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(0,4301); menor: Salvador (0,0553).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São Paulo das Missões (0,4301), ao menor, Salvador (0,0553).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0,9278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0,9278. Menor correlação municipal: Santa Maria do Oeste (0,1000).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medio para elevado (6.494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6.494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medio para elevado, com 6.494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20,9%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medio para elevado (6.494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1_subindices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20,9%.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0,8664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subíndice socioeconômico separa as favelas melhor do que o índice completo (AUC municipal maior), mas reclassifica cerca de um em cada cinco setores. O subíndice de saneamento sozinho separa mal as favelas e ordena os setores de um jeito muito diferente: as duas dimensões medem coisas distintas, e a soma das duas dilui a dimensão que mais discrimina as favelas.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(32,1%)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0,5390 e P90 0,6468,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3,3%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0,8664: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0,6698 (São José de Ribamar) a 0,9494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0,8554)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 tem a maior parte dos moradores em vulnerabilidade elevada ou muito elevada (56,0%)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1.077.981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desigualdade interna do índice (Gini 0,4301)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0,9278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medio para elevado (6.494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índice completo (referência), o índice fica com 73.878 setores e ρ = 0,9278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subíndices herdam os pesos internos da fatorial da referência; não foram reestimados separadamente.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contra as favelas mede só uma face da vulnerabilidade; o saneamento pode ser decisivo para outros desfechos (saúde, por exemplo).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D1_subindices — Subíndices socioeconômico e de saneamento</dc:title>
  <dc:subject>PptxGenJS Presentation</dc:subject>
  <dc:creator>Pedro Dias Soares</dc:creator>
  <cp:lastModifiedBy>Pedro Dias Soares</cp:lastModifiedBy>
  <cp:revision>1</cp:revision>
  <dcterms:created xsi:type="dcterms:W3CDTF">2026-10-06T20:56:28Z</dcterms:created>
  <dcterms:modified xsi:type="dcterms:W3CDTF">2026-10-06T20:56:28Z</dcterms:modified>
</cp:coreProperties>
</file>