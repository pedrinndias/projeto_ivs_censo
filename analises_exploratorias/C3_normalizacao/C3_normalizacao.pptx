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no índice com min-max global, escore z ou postos, em vez de min-max dentro do município?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normalização dos componentes: min-max global (todos os municípios juntos) no lugar de min-max dentro do município. Escore z no município, escore z global, postos percentis no município e o min-max municipal da referência estão na tabela T34. As faixas continuam calculadas dentro de cada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(19,3%); a dimensão F1 (socioeconômica)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73.878 setores; mediana 0,3172; percentil 90 0,4000.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30,3% baixo e 5,9%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0,8239; mediana da AUC municipal 0,7731,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(0,9558) e a menor, a de Duque de Caxias (0,5118).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(0,9558) e a menor, a de Duque de Caxias (0,5118).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30,3% dos setores ficam em baixo e 5,9%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0,8239 (global); a mediana municipal é 0,7731.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min-max no município (referência): 73.878 setores no índice (contra 73.878), AUC municipal 0,8186, ρ = 0,9397 com o valor-padrão e 10,2%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classifica setores, mas a pergunta de política pública é sobre pessoas. Este bloco soma moradores e moradores de 60 anos ou mais em cada faixa do índice, por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São Paulo das Missões (74,6%);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São Paulo das Missões (74,6%);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contagem de pessoas usa o total de moradores do setor (v0001) e a soma das faixas de 60 a 69 e de 70 anos ou mais. Só entram os setores da amostra do índice.
Como ler: Uma linha por faixa: setores, moradores e moradores de 60+, com os percentuais.
O que mostra: Na faixa muito elevada: 2.014.449 pessoas (5,4% do total), das quais 203.951 com 60 anos ou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a tabela por município em forma de barras empilhadas. Um município em que as faixas altas ocupam muito da barra concentra população nos setores mais vulneráveis da cidade.
Como ler: Uma barra por município, dividida pelas faixas do índice; o comprimento de cada parte é o percentual de moradores. Ordem: do maior para o menor percentual nas duas faixas mais altas.
O que mostra: No topo, São Paulo das Missões (74,6% em elevado ou muito elevado); na base,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índice é normalizado dentro de cada município, a comparação entre cidades é sobre a desigualdade interna, não sobre o nível. Três medidas: a razão entre os percentis 90 e 10, o Gini e o Theil.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Maceió (0,1211); menor: São Raimundo do Doca Bezerra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Maceió (0,1211); menor: São Raimundo do Doca Bezerra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Gini e Theil apontam em sentidos diferentes para um município, a desigualdade dele está mais na cauda (poucos setores muito acima dos demais) do que no meio da distribuição.
Como ler: Barras: Gini do índice dentro de cada município, do maior para o menor. Pontos: Theil.
O que mostra: Do maior Gini, Maceió (0,1211), ao menor, São Raimundo do Doca Bezerra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0,9397. Menor correlação municipal: Jaqueira (-0,2000).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2.364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10,2% dos setores mudam de faixa; o município mais afetado é Urandi (71,4%).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(2.364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Urandi (71,4%); no total, 10,2%.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min-max global, os extremos de alguns municípios passam a definir a escala de todos, e a AUC municipal contra as favelas cai em relação à referência. As normalizações que olham a distribuição inteira — escore z e postos — elevam a AUC, mas reordenam bastante os setores: com postos no município, mais de um quarto muda de faixa em relação ao min-max global. É um dos eixos que mais mexem no índice.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escore z o índice deixa de ficar entre 0 e 1, e as medidas de desigualdade do bloco 12 perdem o sentido usual (há valores negativos).
Postos percentis apagam a distância entre setores: só a ordem importa.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C3_normalizacao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Normalização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índice com min-max global, escore z ou postos, em vez de min-max dentro do município?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pct_esgoto_inad, razao_moradores, pct_analfab, renda_inv, pct_raca_pretpardind,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global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normalização dos componentes: min-max global (todos os municípios juntos) no lugar de min-max dentro do município. Escore z no município, escore z global, postos percentis no município e o min-max municipal da referência estão na tabela T34. As faixas continuam calculadas dentro de cada município.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Quem está em risco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Quantas pessoas, e quantas pessoas idosas, vivem em cada faixa?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T28, T29, F26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Desigualdade interna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que municípios o índice varia mais de um setor para outro?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T30, F27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(19,3%)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(19,3%); a dimensão F1 (socioeconômica)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0,3172 e P90 0,4000, em 73.878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73.878 setores; mediana 0,3172; percentil 90 0,4000.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5,9%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30,3% baixo e 5,9%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0,7731: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0,8239; mediana da AUC municipal 0,7731,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0,5118 (Duque de Caxias) a 0,9558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(0,9558) e a menor, a de Duque de Caxias (0,5118).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0,5118 (Duque de Caxias) a 0,9558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(0,9558) e a menor, a de Duque de Caxias (0,5118).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3_normalizacao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30,3% dos setores ficam em baixo e 5,9%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0,8239)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3_normalizacao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0,8239 (global); a mediana municipal é 0,7731.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min-max no município (referência), o índice fica com 73.878 setores e ρ = 0,9397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escore z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escore z global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postos percentis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min-max no município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min-max no município (referência): 73.878 setores no índice (contra 73.878), AUC municipal 0,8186, ρ = 0,9397 com o valor-padrão e 10,2%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em risco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pessoas, e quantas pessoas idosas, vivem em cada faixa?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T28 · T29 · F26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parte dos moradores em vulnerabilidade elevada ou muito elevada (74,6%)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88.527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156.787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São Paulo das Missões (74,6%); menor: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parte dos moradores em vulnerabilidade elevada ou muito elevada (74,6%)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21.873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15.748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154.553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110.659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16636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São Paulo das Missões (74,6%); menor: São Raimundo do Doca Bezerra (0,0%).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2.014.449 pessoas vivem em setores de vulnerabilidade muito elevada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97280"/>
                <a:gridCol w="10972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10.361.953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2.230.369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16.859.089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2.787.325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8.276.841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1.004.307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2.014.449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203.951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faixa: setores, moradores e moradores de 60+, com os percentuais.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faixa muito elevada: 2.014.449 pessoas (5,4% do total), das quais 203.951 com 60 anos ou mais.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T29 · tabelas/T29_risco_total.csv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parcela de moradores em cada faixa muda de município para município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3_normalizacao/figuras/F26_risco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5208" y="1243584"/>
            <a:ext cx="343642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município, dividida pelas faixas do índice; o comprimento de cada parte é o percentual de moradores. Ordem: do maior para o menor percentual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topo, São Paulo das Missões (74,6% em elevado ou muito elevado); na base,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F26 · figuras/F26_risco_por_municipio.png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interna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que municípios o índice varia mais de um setor para outro?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T30 · F27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Maceió tem a maior desigualdade interna do índice (Gini 0,1211)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Maceió (0,1211); menor: São Raimundo do Doca Bezerra (0,0000).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Maceió tem a maior desigualdade interna do índice (Gini 0,1211)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Maceió (0,1211); menor: São Raimundo do Doca Bezerra (0,0000).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desigualdade interna do índice, município por município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3_normalizacao/figuras/F27_desigualdade_inter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3693" y="1243584"/>
            <a:ext cx="315945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Gini do índice dentro de cada município, do maior para o menor. Pontos: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maior Gini, Maceió (0,1211), ao menor, São Raimundo do Doca Bezerra (0,0000).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F27 · figuras/F27_desigualdade_interna.png  ·  Bloco 12. Desigualdade interna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0,9397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0,9397. Menor correlação municipal: Jaqueira (-0,2000).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(2.364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28.021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14.420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2.364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7.512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10,2% dos setores mudam de faixa; o município mais afetado é Urandi (71,4%).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3_normalizacao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(2.364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3_normalizacao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4219" y="1243584"/>
            <a:ext cx="6058402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Urandi (71,4%); no total, 10,2%.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5134356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0,7731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7356" y="1472184"/>
            <a:ext cx="5134356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7356" y="1545336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77356" y="213055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min-max global, os extremos de alguns municípios passam a definir a escala de todos, e a AUC municipal contra as favelas cai em relação à referência. As normalizações que olham a distribuição inteira — escore z e postos — elevam a AUC, mas reordenam bastante os setores: com postos no município, mais de um quarto muda de faixa em relação ao min-max global. É um dos eixos que mais mexem no índice.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(19,3%)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0,3172 e P90 0,4000, em 73.878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5,9%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0,7731: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0,5118 (Duque de Caxias) a 0,9558 (Campinas)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0,8239)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 tem a maior parte dos moradores em vulnerabilidade elevada ou muito elevada (74,6%)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2.014.449 pessoas vivem em setores de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parcela de moradores em cada faixa muda de município para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 tem a maior desigualdade interna do índice (Gini 0,1211)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desigualdade interna do índice, município por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0,9397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(2.364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min-max no município (referência), o índice fica com 73.878 setores e ρ = 0,9397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escore z o índice deixa de ficar entre 0 e 1, e as medidas de desigualdade do bloco 12 perdem o sentido usual (há valores negativos).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Postos percentis apagam a distância entre setores: só a ordem importa.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C3_normalizacao — Normalização</dc:title>
  <dc:subject>PptxGenJS Presentation</dc:subject>
  <dc:creator>Pedro Dias Soares</dc:creator>
  <cp:lastModifiedBy>Pedro Dias Soares</cp:lastModifiedBy>
  <cp:revision>1</cp:revision>
  <dcterms:created xsi:type="dcterms:W3CDTF">2026-10-23T00:07:30Z</dcterms:created>
  <dcterms:modified xsi:type="dcterms:W3CDTF">2026-10-23T00:07:30Z</dcterms:modified>
</cp:coreProperties>
</file>