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se o esgoto for medido por V00249–V00253 em vez de V00312–V00316?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 esgoto do índice: a soma de V00249 a V00253 entra no lugar de V00312 a V00316. Atenção: pelo dicionário oficial do IBGE, V00249–V00253 é tipologia de habitação, não esgoto (Relatório de Integridade do projeto). A versão mostra o efeito de usar a definição descartada; o esgoto da referência está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Esgoto inadequado (2,98); o maior percentual de zeros é o de Esgoto inadequado (72,5%).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Esgoto inadequado, a mediana mais alta está no Norte (0,0662) e a mais baixa no Centro-Oeste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Esgoto inadequado, a maior mediana municipal é a de Portel (0,9804); a menor, a de Araçatuba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Esgoto inadequado, a maior mediana municipal é a de Portel (0,9804); a menor, a de Araçatuba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Esgoto inadequado (2,98).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(Esgoto inadequado), a mediana regional vai de 0,0000 (Centro-Oeste) a 0,0662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Esgoto inadequado, a mediana regional vai de 0,0000 (Centro-Oeste) a 0,0662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Esgoto inadequado em Salvador, com 0,0%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Esgoto inadequado em Salvador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Esgoto (V00249–V00253) (10,6%),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4.132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Esgoto (V00249–V00253) está um setor de Manaus, com valor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Esgoto (V00249–V00253) (10,6%).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Esgoto inadequado e Esgoto (V00249–V00253) (ρ = -0,2946).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Esgoto inadequado e Esgoto (V00249–V00253) (r = -0,1736).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— × —, com Spearman — e Pearson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Esgoto inadequado × Esgoto (V00249–V00253) (ρ = -0,2946).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Esgoto inadequado × Esgoto (V00249–V00253) (ρ = -0,2946).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Esgoto inadequado tem AUC 0,6965 (mediana 0,0317 em FCU e 0,0000 fora); a menor AUC é a de Esgoto (V00249–V00253) (0,3001).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Esgoto inadequado (0,6965); a menor, a de Esgoto (V00249–V00253) (0,3001).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0,7638, com 73.878 setores; Kaiser retém 2 fatores e Horn, 2; dois fatores explicam 60,2%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(0,7026). Menor comunalidade (promax): Razão de moradores (0,4388).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3,1558, segundo 1,0605 (Horn: 1,0155); os dois primeiros explicam 60,2%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0,1580.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1,0605,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(0,8754); em F2: Banheiro graduado (0,8011).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Banheiro graduado (25,2%);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73.878 setores; mediana 0,2836; percentil 90 0,3611.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27,3% baixo e 6,4%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0,7609; mediana da AUC municipal 0,7696,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(0,9232) e a menor, a de Duque de Caxias (0,5697).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(0,9232) e a menor, a de Duque de Caxias (0,5697).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27,3% dos setores ficam em baixo e 6,4%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0,7609 (global); a mediana municipal é 0,7696.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esgoto V00312–V00316 (referência): 73.878 setores no índice (contra 73.878), AUC municipal 0,8186, ρ = 0,8803 com o valor-padrão e 28,8%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0,8803. Menor correlação municipal: Salvador (0,6752).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6.674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28,8%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(6.674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28,8%.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V00249–V00253 no lugar do esgoto, o índice se afasta muito da referência: a correlação de postos cai e quase três em cada dez setores mudam de faixa. A AUC contra as favelas também cai, e a variável sozinha tem AUC abaixo de 0,5, isto é, é maior fora das favelas — coerente com ela não medir esgoto. A versão confirma, pelos dados, a escolha de V00312–V00316 feita pelo dicionário.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V00249–V00253 não é esgoto segundo o dicionário oficial do IBGE; a versão existe para documentar o efeito da troca, não como alternativa.
As somas de V00249–V00253 vêm do diagnóstico já gravado em banco_de_dados/eda/diagnostico_esgoto_312_vs_249.csv; as variáveis não estão na base da entrega.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B4_esgoto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definições de esgoto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se o esgoto for medido por V00249–V00253 em vez de V00312–V00316?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pct_esgoto_inad, Esgoto (V00249–V00253)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pct_esgoto_inad,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(V00249–V00253),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componente de esgoto do índice: a soma de V00249 a V00253 entra no lugar de V00312 a V00316. Atenção: pelo dicionário oficial do IBGE, V00249–V00253 é tipologia de habitação, não esgoto (Relatório de Integridade do projeto). A versão mostra o efeito de usar a definição descartada; o esgoto da referência está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 é o indicador mais assimétrico (assimetria 2,98)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Esgoto inadequado (2,98); o maior percentual de zeros é o de Esgoto inadequado (72,5%).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a mediana vai de 0,0000 (Centro-Oeste) a 0,0662 (Norte)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0481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Esgoto inadequado, a mediana mais alta está no Norte (0,0662) e a mais baixa no Centro-Oeste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entre os municípios, a mediana vai de 0,0000 a 0,9804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Esgoto inadequado, a maior mediana municipal é a de Portel (0,9804); a menor, a de Araçatuba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entre os municípios, a mediana vai de 0,0000 a 0,9804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Esgoto inadequado, a maior mediana municipal é a de Portel (0,9804); a menor, a de Araçatuba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Esgoto inadequado tem a distribuição mais assimétrica (assimetria 2,98)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6913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Esgoto inadequado (2,98).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Esgoto inadequado tem mediana de 0,0662 no Norte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697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(Esgoto inadequado), a mediana regional vai de 0,0000 (Centro-Oeste) a 0,0662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697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Esgoto inadequado, a mediana regional vai de 0,0000 (Centro-Oeste) a 0,0662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Esgoto inadequado em Salvador (0,0%)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Esgoto inadequado em Salvador, com 0,0%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500" y="1243584"/>
            <a:ext cx="44578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Esgoto inadequado em Salvador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F16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(V00249–V00253) tem a maior proporção de extremos (10,6%)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Esgoto (V00249–V00253) (10,6%),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(4.132)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4.132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130260305000064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8017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Esgoto (V00249–V00253) está um setor de Manaus, com valor 1,0000.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672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Esgoto (V00249–V00253) (10,6%).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 e Esgoto (V00249–V00253) formam o par mais correlacionado (ρ = -0,2946)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096135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Esgoto inadequado e Esgoto (V00249–V00253) (ρ = -0,2946).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Esgoto inadequado × Esgoto (V00249–V00253) (r = -0,1736)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096135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Esgoto inadequado e Esgoto (V00249–V00253) (r = -0,1736).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— × — (ρ = —)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26464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vazia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linha atende ao critério desta tabela nesta versão.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— × —, com Spearman — e Pearson —.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375" y="1243584"/>
            <a:ext cx="597809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Esgoto inadequado × Esgoto (V00249–V00253) (ρ = -0,2946).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7101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Esgoto inadequado × Esgoto (V00249–V00253) (ρ = -0,2946).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 é o indicador que mais separa as favelas (AUC 0,6965)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 tem AUC 0,6965 (mediana 0,0317 em FCU e 0,0000 fora); a menor AUC é a de Esgoto (V00249–V00253) (0,3001).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143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Esgoto inadequado (0,6965); a menor, a de Esgoto (V00249–V00253) (0,3001).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0,7638: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186.548,3009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0,7638, com 73.878 setores; Kaiser retém 2 fatores e Horn, 2; dois fatores explicam 60,2%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0,7026)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(0,7026). Menor comunalidade (promax): Razão de moradores (0,4388).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(1,0605)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3,1558, segundo 1,0605 (Horn: 1,0155); os dois primeiros explicam 60,2%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0,1580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0,1580.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1,0605,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Banheiro graduado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881" y="1243584"/>
            <a:ext cx="543107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(0,8754); em F2: Banheiro graduado (0,8011).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tem o maior peso no índice (25,2%)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Banheiro graduado (25,2%);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0,2836 e P90 0,3611, em 73.878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73.878 setores; mediana 0,2836; percentil 90 0,3611.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6,4%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27,3% baixo e 6,4%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0,7696: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0,7609; mediana da AUC municipal 0,7696,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0,5697 (Duque de Caxias) a 0,9232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(0,9232) e a menor, a de Duque de Caxias (0,5697).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0,5697 (Duque de Caxias) a 0,9232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(0,9232) e a menor, a de Duque de Caxias (0,5697).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27,3% dos setores ficam em baixo e 6,4%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0,7609)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0,7609 (global); a mediana municipal é 0,7696.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esgoto V00312–V00316 (referência), o índice fica com 73.878 setores e ρ = 0,8803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V00312–V00316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esgoto V00312–V00316 (referência): 73.878 setores no índice (contra 73.878), AUC municipal 0,8186, ρ = 0,8803 com o valor-padrão e 28,8%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0,8803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0,8803. Menor correlação municipal: Salvador (0,6752).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(6.674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6.674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28,8%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28,8%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(6.674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4_esgot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28,8%.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0,7638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0,7696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V00249–V00253 no lugar do esgoto, o índice se afasta muito da referência: a correlação de postos cai e quase três em cada dez setores mudam de faixa. A AUC contra as favelas também cai, e a variável sozinha tem AUC abaixo de 0,5, isto é, é maior fora das favelas — coerente com ela não medir esgoto. A versão confirma, pelos dados, a escolha de V00312–V00316 feita pelo dicionário.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 é o indicador mais assimétrico (assimetria 2,98)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inadequado: a mediana vai de 0,0000 (Centro-Oeste) a 0,0662 (Norte)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inadequado: entre os municípios, a mediana vai de 0,0000 a 0,9804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Esgoto inadequado tem a distribuição mais assimétrica (assimetria 2,98)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Esgoto inadequado tem mediana de 0,0662 no Norte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Esgoto inadequado em Salvador (0,0%)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(V00249–V00253) tem a maior proporção de extremos (10,6%)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(4.132)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 e Esgoto (V00249–V00253) formam o par mais correlacionado (ρ = -0,2946)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Esgoto inadequado × Esgoto (V00249–V00253) (r = -0,1736)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— × — (ρ = —)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 é o indicador que mais separa as favelas (AUC 0,6965)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0,7638: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0,7026)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(1,0605)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0,1580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Banheiro graduado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tem o maior peso no índice (25,2%)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0,2836 e P90 0,3611, em 73.878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6,4%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0,7696: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0,5697 (Duque de Caxias) a 0,9232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0,7609)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0,8803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(6.674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esgoto V00312–V00316 (referência), o índice fica com 73.878 setores e ρ = 0,8803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V00249–V00253 não é esgoto segundo o dicionário oficial do IBGE; a versão existe para documentar o efeito da troca, não como alternativa.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somas de V00249–V00253 vêm do diagnóstico já gravado em banco_de_dados/eda/diagnostico_esgoto_312_vs_249.csv; as variáveis não estão na base da entrega.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B4_esgoto — As duas definições de esgoto</dc:title>
  <dc:subject>PptxGenJS Presentation</dc:subject>
  <dc:creator>Pedro Dias Soares</dc:creator>
  <cp:lastModifiedBy>Pedro Dias Soares</cp:lastModifiedBy>
  <cp:revision>1</cp:revision>
  <dcterms:created xsi:type="dcterms:W3CDTF">2026-10-06T20:53:59Z</dcterms:created>
  <dcterms:modified xsi:type="dcterms:W3CDTF">2026-10-06T20:53:59Z</dcterms:modified>
</cp:coreProperties>
</file>