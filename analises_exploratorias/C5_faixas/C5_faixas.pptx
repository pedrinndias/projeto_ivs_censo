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mudam as faixas de vulnerabilidade do mesmo índice com quartis, quintis, quebras naturais ou agrupamento?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as faixas: o índice é o da referência, classificado também por quartis, quintis, quebras naturais (por município) e agrupamento dos setores pelos componentes. As tabelas T36 a T38 e a figura F30 comparam as regras; os blocos 11 e 12 continuam com a regra do IVS-BH.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(19,3%);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0,3306; percentil 90 0,4311.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28,8% baixo e 5,3%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0,8309; mediana da AUC municipal 0,8186,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(0,9544) e a menor, a de Duque de Caxias (0,6037).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(0,9544) e a menor, a de Duque de Caxias (0,6037).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28,8% dos setores ficam em baixo e 5,3%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0,8309 (global); a mediana municipal é 0,8186.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regras classificam o mesmo índice. A do IVS-BH usa média e desvio-padrão do município; quartis e quintis dividem o município em partes iguais; as quebras naturais procuram, dentro de cada município, os cortes que deixam as classes mais homogêneas (aqui, k-médias numa dimensão com 4 classes); o agrupamento junta setores com perfil parecido nos componentes normalizados, sem olhar o valor do índice, e as classes são ordenadas depois pela média do índice. O número de grupos do agrupamento é parâmetro exploratório (silhueta entre 3 e 6, e sempre 4).
Como ler: Uma linha por regra e classe (1 = menos vulnerável): setores e percentual. Quartis e quintis repartem por igual; as demais regras, não.
O que mostra: A regra que menos concorda com a do IVS-BH é “agrupamento (k = 4, silhueta)” (ρ = 0,6799 entre as classes).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regras classificam o mesmo índice. A do IVS-BH usa média e desvio-padrão do município; quartis e quintis dividem o município em partes iguais; as quebras naturais procuram, dentro de cada município, os cortes que deixam as classes mais homogêneas (aqui, k-médias numa dimensão com 4 classes); o agrupamento junta setores com perfil parecido nos componentes normalizados, sem olhar o valor do índice, e as classes são ordenadas depois pela média do índice. O número de grupos do agrupamento é parâmetro exploratório (silhueta entre 3 e 6, e sempre 4).
Como ler: Uma linha por regra e classe (1 = menos vulnerável): setores e percentual. Quartis e quintis repartem por igual; as demais regras, não.
O que mostra: A regra que menos concorda com a do IVS-BH é “agrupamento (k = 4, silhueta)” (ρ = 0,6799 entre as classes).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postos entre classes mede se as duas regras ordenam os setores do mesmo jeito, mesmo com números de classes diferentes. A concordância exata só faz sentido entre regras com o mesmo número de classes.
Como ler: Uma linha por regra: número de classes, correlação de postos entre a classe da regra e a faixa do IVS-BH e, nas regras de 4 classes, o percentual de setores na mesma classe.
O que mostra: A menor correlação com a faixa do IVS-BH é a de “agrupamento (k = 4, silhueta)” (0,6799).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silhueta compara, para cada setor, a distância média aos setores do próprio grupo com a distância média ao grupo vizinho mais próximo: vai de −1 a 1, e valores maiores indicam grupos mais bem separados. Ela é calculada numa amostra fixa (semente 42), porque a conta completa cresce com o quadrado do número de setores.
Como ler: Uma linha por número de grupos (k), com a silhueta média numa amostra de 5 mil setores.
O que mostra: A maior silhueta é a de k = 4 (0,3631).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de partes iguais (quartis, quintis) produzem barras com divisões regulares; a regra do IVS-BH e as quebras naturais deixam a classe mais alta pequena, porque o índice tem cauda à direita.
Como ler: Uma barra por regra, dividida pelas classes (da mais clara, menos vulnerável, à mais escura); o comprimento de cada parte é o percentual de setores.
O que mostra: A regra que menos concorda com a do IVS-BH é “agrupamento (k = 4, silhueta)” (ρ = 0,6799).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1.771.121 pessoas (4,7% do total), das quais 173.718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Jaqueira (56,9%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(0,4163); menor: Salvador (0,0608).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(0,4163); menor: Salvador (0,0608).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São Paulo das Missões (0,4163), ao menor, Salvador (0,0608).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Quartis, quintis e quebras naturais ordenam os setores de modo parecido com a regra do IVS-BH, mas repartem as classes de outro jeito: quartis põem um quarto dos setores em cada classe, enquanto a regra do IVS-BH deixa a classe mais alta pequena. O agrupamento pelos componentes é o que mais se afasta,: ele junta setores pelo perfil dos componentes, sem passar pelos pesos do índice. A silhueta indica 4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quebras naturais foram aproximadas por k-médias numa dimensão, com 4 classes, só em municípios com pelo menos 8 setores.
O número de grupos do agrupamento é parâmetro exploratório — não é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C5_faixas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faixa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mudam as faixas de vulnerabilidade do mesmo índice com quartis, quintis, quebras naturais ou agrupamento?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as faixas: o índice é o da referência, classificado também por quartis, quintis, quebras naturais (por município) e agrupamento dos setores pelos componentes. As tabelas T36 a T38 e a figura F30 comparam as regras; os blocos 11 e 12 continuam com a regra do IVS-BH.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T36, T37, T38, F30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T36 · T37 · T38 · F30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(19,3%)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(19,3%);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0,3306 e P90 0,4311,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0,3306; percentil 90 0,4311.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5,3%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28,8% baixo e 5,3%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0,8186: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0,8309; mediana da AUC municipal 0,8186,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0,6037 (Duque de Caxias) a 0,9544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(0,9544) e a menor, a de Duque de Caxias (0,6037).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0,6037 (Duque de Caxias) a 0,9544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(0,9544) e a menor, a de Duque de Caxias (0,6037).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5_faixas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28,8% dos setores ficam em baixo e 5,3%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0,8309)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5_faixas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0,8309 (global); a mediana municipal é 0,8186.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regras de faixa repartem os setores de jeitos diferentes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760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 (média ± DP)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 (média ± DP)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 (média ± DP)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 (média ± DP)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 (média ± DP)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quintis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14.749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quintis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quintis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regra e classe (1 = menos vulnerável): setores e percentual. Quartis e quintis repartem por igual; as demais regras, não.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que menos concorda com a do IVS-BH é “agrupamento (k = 4, silhueta)” (ρ = 0,6799 entre as classes).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T36 · tabelas/T36_faixas_alternativas.csv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regras de faixa repartem os setores de jeitos diferentes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760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quintis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quintis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14.805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quebras naturais (4 classes)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quebras naturais (4 classes)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quebras naturais (4 classes)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25.803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quebras naturais (4 classes)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27.531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quebras naturais (4 classes)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agrupamento (k = 4, silhueta)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24.076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agrupamento (k = 4, silhueta)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40.918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agrupamento (k = 4, silhueta)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agrupamento (k = 4, silhueta)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regra e classe (1 = menos vulnerável): setores e percentual. Quartis e quintis repartem por igual; as demais regras, não.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que menos concorda com a do IVS-BH é “agrupamento (k = 4, silhueta)” (ρ = 0,6799 entre as classes).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T36 · tabelas/T36_faixas_alternativas.csv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“agrupamento (k = 4, silhueta)” é a regra que mais se afasta da do IVS-BH (ρ = 0,6799)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126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188720"/>
                <a:gridCol w="11887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mesma classe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 (média ± DP)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quintis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quebras naturais (4 classes)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agrupamento (k = 4, silhueta)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regra: número de classes, correlação de postos entre a classe da regra e a faixa do IVS-BH e, nas regras de 4 classes, o percentual de setores na mesma classe.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correlação com a faixa do IVS-BH é a de “agrupamento (k = 4, silhueta)” (0,6799).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T37 · tabelas/T37_faixas_concordancia.csv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silhueta indica 4 grupos para o agrupamento dos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1945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Silhueta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número de grupos (k), com a silhueta média numa amostra de 5 mil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silhueta é a de k = 4 (0,3631).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T38 · tabelas/T38_silhueta.csv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cada regra reparte os setores entre as classes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5_faixas/figuras/F30_faixas_alternati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8548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regra, dividida pelas classes (da mais clara, menos vulnerável, à mais escura); o comprimento de cada parte é o percentual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que menos concorda com a do IVS-BH é “agrupamento (k = 4, silhueta)” (ρ = 0,6799).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F30 · figuras/F30_faixas_alternativas.png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99.060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58.031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372.124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95.500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6.737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36.418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1.771.121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9.762.871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2.120.633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16.738.074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2.820.532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9.240.266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1.111.069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1.771.121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173.718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1.771.121 pessoas (4,7% do total), das quais 173.718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5_faixas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Jaqueira (56,9%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0,4163)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(0,4163); menor: Salvador (0,0608).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0,4163)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(0,4163); menor: Salvador (0,0608).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5_faixas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402" y="1243584"/>
            <a:ext cx="3054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São Paulo das Missões (0,4163), ao menor, Salvador (0,0608).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10634472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0,8186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10634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Quartis, quintis e quebras naturais ordenam os setores de modo parecido com a regra do IVS-BH, mas repartem as classes de outro jeito: quartis põem um quarto dos setores em cada classe, enquanto a regra do IVS-BH deixa a classe mais alta pequena. O agrupamento pelos componentes é o que mais se afasta,: ele junta setores pelo perfil dos componentes, sem passar pelos pesos do índice. A silhueta indica 4 grupos.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(19,3%)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0,3306 e P90 0,4311,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5,3%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0,8186: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0,6037 (Duque de Caxias) a 0,9544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0,8309)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 tem a maior parte dos moradores em vulnerabilidade elevada ou muito elevada (56,9%)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1.771.121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desigualdade interna do índice (Gini 0,4163)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regras de faixa repartem os setores de jeitos diferentes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“agrupamento (k = 4, silhueta)” é a regra que mais se afasta da do IVS-BH (ρ = 0,6799)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silhueta indica 4 grupos para o agrupamento dos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cada regra reparte os setores entre as classes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quebras naturais foram aproximadas por k-médias numa dimensão, com 4 classes, só em municípios com pelo menos 8 setores.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número de grupos do agrupamento é parâmetro exploratório — não é decisão.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grupos: o da silhueta entre 3 e 6, e sempre 4 — parâmetro exploratório — não é decisão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quebras naturais: k-médias numa dimensão, 4 classes, por município (municípios com pelo menos 8 setores)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C5_faixas — Regras de faixa</dc:title>
  <dc:subject>PptxGenJS Presentation</dc:subject>
  <dc:creator>Pedro Dias Soares</dc:creator>
  <cp:lastModifiedBy>Pedro Dias Soares</cp:lastModifiedBy>
  <cp:revision>1</cp:revision>
  <dcterms:created xsi:type="dcterms:W3CDTF">2026-10-06T20:56:02Z</dcterms:created>
  <dcterms:modified xsi:type="dcterms:W3CDTF">2026-10-06T20:56:02Z</dcterms:modified>
</cp:coreProperties>
</file>