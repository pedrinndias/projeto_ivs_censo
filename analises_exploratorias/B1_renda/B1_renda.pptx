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com cada uma das três rendas: a original, a sem o extremo e a com o extremo trocado pela mediana do município?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componente de renda do índice: a renda sem o valor extremo de Belo Horizonte entra no lugar da renda original. A renda com o extremo trocado pela mediana do município e a original (referência) estão na tabela T34. Os blocos 2 a 7 descrevem só as três rendas.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Renda média (3,74); o maior percentual de zeros é o de Renda média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(3.722,28) e a mais baixa no Nordeste (1.719,20).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São Caetano do Sul (5.291,89); a menor, a de Jaqueira (1.062,36).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São Caetano do Sul (5.291,89); a menor, a de Jaqueira (1.062,36).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Renda média (3,74).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(Renda média), a mediana regional vai de 1.719,20 (Nordeste) a 3.722,28 (Sul).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Renda média, a mediana regional vai de 1.719,20 (Nordeste) a 3.722,28 (Sul).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Renda média em São Pedro da Aldeia, com 0,3%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Renda média em São Pedro da Aldeia (0,3%).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29,4% e 3,9%.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29,4% a 3,9%,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Renda sem o extremo (3,8%),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São Paulo, com 4.242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Belo Horizonte, com valor 170.418,06.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classe vem do rastreio da renda do projeto (src/ivs_censo/renda.py). Um setor de renda alta com baixo analfabetismo e pouca população preta, parda ou indígena é coerente; o mesmo valor num setor com perfil oposto é suspeito. A variante de renda “sem o extremo” retira esses valores; a referência usa a renda original.
Como ler: Cada setor com renda recebe uma classe: NORMAL, EXTREMO (acima do limite do município, mas coerente com o perfil) ou SUSPEITO (acima do limite e incoerente).
O que mostra: São 66 setores SUSPEITO (0,06%) e 3.292 EXTREMO.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Renda sem o extremo (3,8%).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Renda média e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Renda média e Renda sem o extremo (r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média × Renda sem o extremo,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Matriz de correlação de Spearman entre todos os indicadores, reordenados pelo agrupamento do dendrograma. Cada célula do triângulo inferior traz o valor de ρ (−1 a 1); argila é correlação positiva, petróleo negativa, branco é perto de zero. Com 31 indicadores, os valores só ficam legíveis com a figura ampliada; as matrizes por dimensão vêm a seguir.
O que mostra: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matriz completa tem 31 indicadores e, num slide, os valores ficam pequenos demais; por isso cada dimensão tem a sua. Pares com ρ perto de 1 são, quase sempre, variantes da mesma medida (as três rendas, as definições de banheiro): escolher uma delas é uma das decisões do índice. As correlações entre dimensões estão na matriz completa e na matriz dos componentes.
Como ler: Matriz de Spearman só com os indicadores da dimensão Socioeconômica; cada célula traz o ρ (−1 a 1). Argila é correlação positiva, petróleo negativa.
O que mostra: Na dimensão Socioeconômica,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Renda média tem AUC 0,1018 (mediana 1.515,35 em FCU e 3.067,01 fora); a menor AUC é a de Renda sem o extremo (0,1018).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Renda média (0,1018); a menor, a de Renda sem o extremo (0,1018).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0,7807, com 73.877 setores; Kaiser retém 2 fatores e Horn, 2; 2 fatores explicam 60,8%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Renda (invertida) (0,7088). Menor comunalidade (promax): Razão de moradores (0,3755).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3,1864, segundo 1,0708 (Horn: 1,0155); os dois primeiros explicam 60,8%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0,4109.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1,0708, contra 1,0155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Renda (invertida) (0,9366); em F2: Água inadequada (0,7829).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(19,3%);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73.876 setores; mediana 0,3302; percentil 90 0,4311.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28,7% baixo e 5,3%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0,8315; mediana da AUC municipal 0,8186,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(0,9544) e a menor, a de Duque de Caxias (0,6037).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(0,9544) e a menor, a de Duque de Caxias (0,6037).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28,7% dos setores ficam em baixo e 5,3%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0,8315 (global); a mediana municipal é 0,8186.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renda original (referência): 73.878 setores no índice (contra 73.877), AUC municipal 0,8186, ρ = 0,9995 com o valor-padrão e 0,2%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0,9995. Menor correlação municipal: Belo Horizonte (0,9986).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medio para elevado, com 47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0,2% dos setores mudam de faixa; o município mais afetado é Belo Horizonte (3,5%).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medio para elevado (47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Belo Horizonte (3,5%); no total, 0,2%.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rendas diferem num único setor (o extremo de Belo Horizonte), e isso quase não mexe no índice: a correlação de postos com a referência é praticamente 1, a AUC não muda e quase nenhum setor troca de faixa. Com a renda sem o extremo ou com a mediana do município, o resultado é o mesmo. A escolha entre as três rendas importa para as descritivas da renda (média, desvio-padrão, extremos), não para o índice.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variantes de renda tratam só o setor extremo de Belo Horizonte já identificado; outros setores com renda suspeita (bloco 5) continuam na base.
A renda sem o extremo deixa o setor sem renda e, por isso, fora da amostra do índice; a variante da mediana municipal o mantém.
A amostra do índice exclui todo setor com algum componente faltante (exclusão por lista); trocar um componente muda também 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B1_renda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rendas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com cada uma das três rendas: a original, a sem o extremo e a com o extremo trocado pela mediana do município?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renda_media, renda_media_sem_extremo, renda_media_mediana_mun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sem_extremo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2, 3, 4, 5, 6, 7, 9, 10, 13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465701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20565"/>
            <a:ext cx="10634472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componente de renda do índice: a renda sem o valor extremo de Belo Horizonte entra no lugar da renda original. A renda com o extremo trocado pela mediana do município e a original (referência) estão na tabela T34. Os blocos 2 a 7 descrevem só as três rendas.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F05, F06, F07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T11,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F33,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é o indicador mais assimétrico (assimetria 3,74)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4.187,41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4.150,66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1.387,94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4.118,57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1.387,94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4.118,56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1.387,94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Renda média (3,74); o maior percentual de zeros é o de Renda média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1.719,20 (Nordeste) a 3.722,28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2945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(3.722,28) e a mais baixa no Nordeste (1.719,20).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1.062,36 a 5.291,89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3.052,32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5.291,89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11.103,24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2.129,00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4.115,50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9.499,64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1.632,70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3.986,89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10.019,53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1.857,51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3.518,50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13.287,89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2.057,90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3.466,51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6.384,93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1.754,68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3.391,86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9.834,38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1.667,08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3.371,95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7.707,48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1.927,99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3.219,85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5.535,53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1.866,95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3.112,75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9.455,31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26.508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1.650,05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12.289,02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São Caetano do Sul (5.291,89); a menor, a de Jaqueira (1.062,36).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1.062,36 a 5.291,89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1.192,52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1.494,02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2.489,10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1.105,19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1.445,73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2.837,46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1.093,58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1.414,45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1.681,57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959,68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2.516,97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1.256,60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1.386,15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1.397,51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1.084,70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1.339,82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2.301,00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1.029,15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1.595,92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927,87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1.271,66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2.071,69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959,71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1.240,34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1.661,44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995,50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1.062,36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1.500,55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São Caetano do Sul (5.291,89); a menor, a de Jaqueira (1.062,36).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F05 · F06 · F07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Renda média tem a distribuição mais assimétrica (assimetria 3,74)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7912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Renda média (3,74).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Renda média tem mediana de 3.722,28 no Sul e 1.719,20 no Nordeste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7912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(Renda média), a mediana regional vai de 1.719,20 (Nordeste) a 3.722,28 (Sul).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7925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Renda média, a mediana regional vai de 1.719,20 (Nordeste) a 3.722,28 (Sul).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Renda média em São Pedro da Aldeia (0,3%)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66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renda_media_sem_extremo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renda_media_mediana_mun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Renda média em São Pedro da Aldeia, com 0,3%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7260" y="1243584"/>
            <a:ext cx="4492321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Renda média em São Pedro da Aldeia (0,3%).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29,4% dos menores setores e em 3,9%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29,4% e 3,9%.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29,4% a 3,9%,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T11 · F16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 tem a maior proporção de extremos (3,8%)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Tukey k=3 no município + coerência do perfil do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14.085,88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14.085,84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Renda sem o extremo (3,8%),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concentra o maior número de marcações de extremo (4.242)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126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renda_media_sem_extremo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renda_media_mediana_mun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São Paulo, com 4.242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310620005650366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170.418,06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355030832000202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355030832000202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2945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Belo Horizonte, com valor 170.418,06.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setores têm renda suspeita e 3.292 têm renda extrema coerente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100.738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96,77%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setor com renda recebe uma classe: NORMAL, EXTREMO (acima do limite do município, mas coerente com o perfil) ou SUSPEITO (acima do limite e incoerente).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66 setores SUSPEITO (0,06%) e 3.292 EXTREMO.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 · tabelas/T11_renda_classes.csv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8978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Renda sem o extremo (3,8%).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F33 · F18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 Renda sem o extremo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3591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18017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Renda média e Renda sem o extremo (ρ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Renda média × Renda sem o extremo (r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3591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18017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Renda média e Renda sem o extremo (r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média × Renda sem o extremo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média × Renda sem o extremo,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960" y="1243584"/>
            <a:ext cx="573891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 entre todos os indicadores, reordenados pelo agrupamento do dendrograma. Cada célula do triângulo inferior traz o valor de ρ (−1 a 1); argila é correlação positiva, petróleo negativa, branco é perto de zero. Com 31 indicadores, os valores só ficam legíveis com a figura ampliada; as matrizes por dimensão vêm a seguir.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40424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0972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o par mais correlacionado é Renda média × Renda sem o extremo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33_mapa_spearman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960" y="1243584"/>
            <a:ext cx="573891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Spearman só com os indicadores da dimensão Socioeconômica; cada célula traz o ρ (−1 a 1).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dimensão Socioeconômica, 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F33 · figuras/F33_mapa_spearman_socioeconomica.png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9698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é o indicador que mais separa as favelas (AUC 0,1018)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1.515,35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3.067,02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-1.551,67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1.515,35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3.067,02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-1.551,67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1.515,32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3.067,02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-1.551,70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tem AUC 0,1018 (mediana 1.515,35 em FCU e 3.067,01 fora); a menor AUC é a de Renda sem o extremo (0,1018).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3203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Renda média (0,1018); a menor, a de Renda sem o extremo (0,1018).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0,7807: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185.224,1044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0,7807, com 73.877 setores; Kaiser retém 2 fatores e Horn, 2; 2 fatores explicam 60,8%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a menor adequação individual (MSA 0,7088)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(0,7088). Menor comunalidade (promax): Razão de moradores (0,3755).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(1,0708) fica acima da linha de Horn (1,0155)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3,1864, segundo 1,0708 (Horn: 1,0155); os dois primeiros explicam 60,8%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0,4109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0,4109.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94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1,0708, contra 1,0155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define F1 e Água inadequada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194" y="1243584"/>
            <a:ext cx="552245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 (0,9366); em F2: Água inadequada (0,7829).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(19,3%)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(19,3%);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0,3302 e P90 0,4311, em 73.876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73.876 setores; mediana 0,3302; percentil 90 0,4311.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5,3%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28,7% baixo e 5,3%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0,8186: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0,8315; mediana da AUC municipal 0,8186,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0,6037 (Duque de Caxias) a 0,9544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(0,9544) e a menor, a de Duque de Caxias (0,6037).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0,6037 (Duque de Caxias) a 0,9544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(0,9544) e a menor, a de Duque de Caxias (0,6037).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28,7% dos setores ficam em baixo e 5,3%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0,8315)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0,8315 (global); a mediana municipal é 0,8186.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renda original (referência), o índice fica com 73.878 setores e ρ = 0,9995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a mediana do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renda original (referência): 73.878 setores no índice (contra 73.877), AUC municipal 0,8186, ρ = 0,9995 com o valor-padrão e 0,2%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0,9995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0,9995. Menor correlação municipal: Belo Horizonte (0,9986).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medio para elevado (47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medio para elevado, com 47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0,2% dos setores mudam de faixa; o município mais afetado é Belo Horizonte (3,5%).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medio para elevado (47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1_renda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474" y="1243584"/>
            <a:ext cx="6167892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Belo Horizonte (3,5%); no total, 0,2%.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0,7807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0,8186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rendas diferem num único setor (o extremo de Belo Horizonte), e isso quase não mexe no índice: a correlação de postos com a referência é praticamente 1, a AUC não muda e quase nenhum setor troca de faixa. Com a renda sem o extremo ou com a mediana do município, o resultado é o mesmo. A escolha entre as três rendas importa para as descritivas da renda (média, desvio-padrão, extremos), não para o índice.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é o indicador mais assimétrico (assimetria 3,74)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a mediana vai de 1.719,20 (Nordeste) a 3.722,28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entre os municípios, a mediana vai de 1.062,36 a 5.291,89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Renda média tem a distribuição mais assimétrica (assimetria 3,74)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Renda média tem mediana de 3.722,28 no Sul e 1.719,20 no 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Renda média em São Pedro da Aldeia (0,3%)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29,4% dos menores setores e em 3,9%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 tem a maior proporção de extremos (3,8%)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concentra o maior número de marcações de extremo (4.242)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 setores têm renda suspeita e 3.292 têm renda extrema coerente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e Renda sem o extremo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Renda média × Renda sem o extremo (r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Renda média × Renda sem o extremo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o par mais correlacionado é Renda média × Renda sem o extremo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é o indicador que mais separa as favelas (AUC 0,1018)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0,7807: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a menor adequação individual (MSA 0,7088)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(1,0708) fica acima da linha de Horn (1,0155)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0,4109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define F1 e Água inadequada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(19,3%)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0,3302 e P90 0,4311, em 73.876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5,3%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0,8186: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0,6037 (Duque de Caxias) a 0,9544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0,8315)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0,9995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medio para elevado (47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renda original (referência), o índice fica com 73.878 setores e ρ = 0,9995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variantes de renda tratam só o setor extremo de Belo Horizonte já identificado; outros setores com renda suspeita (bloco 5) continuam na base.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sem o extremo deixa o setor sem renda e, por isso, fora da amostra do índice; a variante da mediana municipal o mantém.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lista); trocar um componente muda também a amostra.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B1_renda — As três rendas</dc:title>
  <dc:subject>PptxGenJS Presentation</dc:subject>
  <dc:creator>Pedro Dias Soares</dc:creator>
  <cp:lastModifiedBy>Pedro Dias Soares</cp:lastModifiedBy>
  <cp:revision>1</cp:revision>
  <dcterms:created xsi:type="dcterms:W3CDTF">2026-10-23T00:06:24Z</dcterms:created>
  <dcterms:modified xsi:type="dcterms:W3CDTF">2026-10-23T00:06:24Z</dcterms:modified>
</cp:coreProperties>
</file>