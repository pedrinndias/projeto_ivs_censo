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 um índice só de moradia, com as variáveis de adensamento e de tipo de domicílio?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índice só de moradia, sem os componentes da referência: razão de moradores, domicílio improvisado, habitação precária, moradia não convencional e banheiro de uso comum, com pesos pela fatorial (promax, dois fatores). A composição é parâmetro exploratório.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0,3117, com 90.035 setores; Kaiser retém 2 fatores e Horn, 2; dois fatores explicam 62,5%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Domicílio improvisado (0,0546). Menor comunalidade (promax): Domicílio improvisado (0,0950).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2,0523, segundo 1,0710 (Horn: 1,0100); os dois primeiros explicam 62,5%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0,1398.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1,0710, contra 1,0100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Habitação precária (0,9965); em F2: Razão de moradores (0,7998).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Habitação precária (32,0%); a dimensão F1 pesa 64,8%.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90.035 setores; mediana 0,0898; percentil 90 0,1296.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20,4% baixo e 3,0%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0,6623; mediana da AUC municipal 0,6776, em 31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Porto Alegre (0,8908) e a menor, a de Camaragibe (0,5671).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Porto Alegre (0,8908) e a menor, a de Camaragibe (0,5671).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20,4% dos setores ficam em baixo e 3,0%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0,6623 (global); a mediana municipal é 0,6776.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Raimundo do Doca Bezerra (53,9%); menor: Igarapava (2,0%).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Raimundo do Doca Bezerra (53,9%); menor: Igarapava (2,0%).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1.326.014 pessoas (3,0% do total), das quais 174.486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São Raimundo do Doca Bezerra (53,9% em elevado ou muito elevado); na base, Igarapava (2,0%).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Arara (0,5699); menor: São Raimundo do Doca Bezerra (0,0809).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Arara (0,5699); menor: São Raimundo do Doca Bezerra (0,0809).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Arara (0,5699), ao menor, São Raimundo do Doca Bezerra (0,0809).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0,4884. Menor correlação municipal: Capelinha (-0,0378).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11.813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48,5% dos setores mudam de faixa; o município mais afetado é Santa Maria do Oeste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(11.813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Santa Maria do Oeste (100,0%); no total, 48,5%.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variáveis de moradia não se prestam a uma fatorial: o KMO fica muito abaixo de 0,70 e a versão falha em todos os critérios de elegibilidade. Habitação precária e moradia não convencional quase coincidem e dominam o índice, enquanto o domicílio improvisado quase não compartilha variância com as demais. O índice separa as favelas bem menos do que a referência e ordena os setores de modo muito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composição do índice de moradia é parâmetro exploratório — não é decisão.
As variáveis de moradia têm mediana zero e poucos setores com valor; a fatorial depende de poucos setores.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D3_indice_moradia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moradia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um índice só de moradia, com as variáveis de adensamento e de tipo de domicílio?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Razão de 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moradores, Domicílio improvisado, Habitação precária, Moradia não convencional, Banheiro de uso comum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ss_padrao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índice só de moradia, sem os componentes da referência: razão de moradores, domicílio improvisado, habitação precária, moradia não convencional e banheiro de uso comum, com pesos pela fatorial (promax, dois fatores). A composição é parâmetro exploratório.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0,3117: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340.125,0073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62,4671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0,3117, com 90.035 setores; Kaiser retém 2 fatores e Horn, 2; dois fatores explicam 62,5%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tem a menor adequação individual (MSA 0,0546)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Domicílio improvisado (0,0546). Menor comunalidade (promax): Domicílio improvisado (0,0950).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(1,0710) fica acima da linha de Horn (1,0100)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2,0523, segundo 1,0710 (Horn: 1,0100); os dois primeiros explicam 62,5%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0,1398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0,1398.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40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1,0710, contra 1,0100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define F1 e Razão de moradores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902" y="1243584"/>
            <a:ext cx="5985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Habitação precária (0,9965); em F2: Razão de moradores (0,7998).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tem o maior peso no índice (32,0%)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Habitação precária (32,0%); a dimensão F1 pesa 64,8%.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0,0898 e P90 0,1296, em 90.035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55.573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90.035 setores; mediana 0,0898; percentil 90 0,1296.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3,0%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20,4% baixo e 3,0%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0,6776: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64,7804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0,6623; mediana da AUC municipal 0,6776, em 31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0,5671 (Camaragibe) a 0,8908 (Porto Alegre)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Porto Alegre (0,8908) e a menor, a de Camaragibe (0,5671).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0,5671 (Camaragibe) a 0,8908 (Porto Alegre)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Porto Alegre (0,8908) e a menor, a de Camaragibe (0,5671).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20,4% dos setores ficam em baixo e 3,0%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0,6623)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0,6623 (global); a mediana municipal é 0,6776.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Raimundo do Doca Bezerra tem a maior parte dos moradores em vulnerabilidade elevada ou muito elevada (53,9%)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287.987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402.650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52.918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Raimundo do Doca Bezerra (53,9%); menor: Igarapava (2,0%).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Raimundo do Doca Bezerra tem a maior parte dos moradores em vulnerabilidade elevada ou muito elevada (53,9%)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113.675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Raimundo do Doca Bezerra (53,9%); menor: Igarapava (2,0%).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1.326.014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7.134.664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1.465.524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30.251.021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5.160.000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5.180.735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674.040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1.326.014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174.486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1.326.014 pessoas (3,0% do total), das quais 174.486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São Raimundo do Doca Bezerra (53,9% em elevado ou muito elevado); na base, Igarapava (2,0%).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Arara tem a maior desigualdade interna do índice (Gini 0,5699)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Arara (0,5699); menor: São Raimundo do Doca Bezerra (0,0809).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Arara tem a maior desigualdade interna do índice (Gini 0,5699)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Arara (0,5699); menor: São Raimundo do Doca Bezerra (0,0809).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3693" y="1243584"/>
            <a:ext cx="315945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Arara (0,5699), ao menor, São Raimundo do Doca Bezerra (0,0809).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0,4884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70.286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0,4884. Menor correlação municipal: Capelinha (-0,0378).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(11.813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11.813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48,5%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70.286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48,5% dos setores mudam de faixa; o município mais afetado é Santa Maria do Oeste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(11.813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3_indice_moradia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Santa Maria do Oeste (100,0%); no total, 48,5%.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0,3117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0,6776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variáveis de moradia não se prestam a uma fatorial: o KMO fica muito abaixo de 0,70 e a versão falha em todos os critérios de elegibilidade. Habitação precária e moradia não convencional quase coincidem e dominam o índice, enquanto o domicílio improvisado quase não compartilha variância com as demais. O índice separa as favelas bem menos do que a referência e ordena os setores de modo muito diferente.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0,3117: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 tem a menor adequação individual (MSA 0,0546)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(1,0710) fica acima da linha de Horn (1,0100)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0,1398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define F1 e Razão de moradores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tem o maior peso no índice (32,0%)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0,0898 e P90 0,1296, em 90.035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3,0%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0,6776: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0,5671 (Camaragibe) a 0,8908 (Porto Alegre)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0,6623)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 tem a maior parte dos moradores em vulnerabilidade elevada ou muito elevada (53,9%)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1.326.014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 tem a maior desigualdade interna do índice (Gini 0,5699)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0,4884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(11.813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composição do índice de moradia é parâmetro exploratório — não é decisão.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variáveis de moradia têm mediana zero e poucos setores com valor; a fatorial depende de poucos setores.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do índice de moradia: razão de moradores, domicílio improvisado, habitação precária, moradia não convencional e banheiro de uso comum; pesos pela fatorial (promax, 2 fatores)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D3_indice_moradia — Índice de moradia</dc:title>
  <dc:subject>PptxGenJS Presentation</dc:subject>
  <dc:creator>Pedro Dias Soares</dc:creator>
  <cp:lastModifiedBy>Pedro Dias Soares</cp:lastModifiedBy>
  <cp:revision>1</cp:revision>
  <dcterms:created xsi:type="dcterms:W3CDTF">2026-10-06T20:56:57Z</dcterms:created>
  <dcterms:modified xsi:type="dcterms:W3CDTF">2026-10-06T20:56:57Z</dcterms:modified>
</cp:coreProperties>
</file>