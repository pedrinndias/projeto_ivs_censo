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da região Centro-Oeste?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da região Centro-Oeste.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9.490 ficam no recorte da versão e 7.329 têm todos os componentes do índice (2.161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(7.329 setores) é a amostra do índice; a do recorte tem 9.490.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Água só no terreno (15,8%);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Água só no terreno (15,8%);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Só sanitário (70,07); o maior percentual de zeros é o de Sem banheiro nem sanitário (99,9%).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Só sanitário (70,07); o maior percentual de zeros é o de Sem banheiro nem sanitário (99,9%).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Centro-Oeste (3.127,12) e a mais baixa no Centro-Oeste (3.127,12).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Centro-Oeste (3.127,12) e a mais baixa no Centro-Oeste (3.127,12).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Brasília (3.518,49); a menor, a de Goianésia (2.323,24).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Só sanitário (70,07).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(2,27).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2,8025 (Centro-Oeste) a 2,8025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2,8025 (Centro-Oeste) a 2,8025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(35,82).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Dependência idosa (21,54).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0,0580 (Centro-Oeste) a 0,0580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0,0580 (Centro-Oeste) a 0,0580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Domicílio improvisado em Vicentinópolis, com 63,6%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Domicílio improvisado em Vicentinópolis (63,6%).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0,0% no primeiro décimo e 0,0% no último. Sem analfabetismo: 28,5% e 6,2%.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0,0% a 0,0%; analfabetismo: de 28,5% a 6,2%,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(8,9%),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(8,9%),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(8,9%),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Brasília, com 1.411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Brasília, com valor 47.190,48.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Brasília, com valor 47.190,48.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3 setores SUSPEITO (0,03%) e 224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Moradia convencional (8,9%).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0,8787 (mediana 0,7407 em FCU e 0,5923 fora); a menor AUC é a de Renda (mediana mun.) (0,1405).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0,8787 (mediana 0,7407 em FCU e 0,5923 fora); a menor AUC é a de Renda (mediana mun.) (0,1405).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(0,8787); a menor, a de Renda (mediana mun.) (0,1405).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6,0% do total, chegando a 6,0% no Centro-Oeste.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6,0% no total e 6,0% no Centro-Oeste.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0,1375 no Centro-Oeste e 0,1375 no Centro-Oeste. Índice de envelhecimento, mediana do total: 75,2381.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-0,6844); com a renda média, ρ = 0,4065.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-0,6844); com a renda média, ρ = 0,4065.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0,4065.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(22,7%);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7.329 setores; mediana 0,3442; percentil 90 0,4588.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26,3% baixo e 7,1%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0,8589; mediana da AUC municipal 0,8703, em 2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Brasília (0,9081) e a menor, a de Goiânia (0,8325).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26,3% dos setores ficam em baixo e 7,1%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0,8589 (global); a mediana municipal é 0,8703.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0,9932. Menor correlação municipal: Goianésia (0,9257).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504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11,0% dos setores mudam de faixa; o município mais afetado é Vicentinópolis (36,4%).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(504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Vicentinópolis (36,4%); no total, 11,0%.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regional ordena os setores de modo parecido com a referência, mas cerca de um em cada dez setores muda de faixa. A versão não é elegível: o banheiro graduado quase não varia na região e fica com comunalidade e carga muito baixas. Kaiser pede três fatores; Horn, dois. Falha registrada como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fatorial, os pesos e as faixas são recalculados só com os setores da região; os índices de regiões diferentes não são comparáveis entre si.
Regiões com poucos municípios no ELSI têm descritivas regionais apoiadas em poucas cidades.
A AUC municipal só usa municípios com pelo menos 30 setores de FCU e 30 fora; em algumas regiões, são poucos.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A4_por_regiao/centro_oeste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Região Centro-Oeste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da região Centro-Oeste?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9.490 setores no recorte  ·  7.329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da região Centro-Oeste.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7.329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9.490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7.329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7.329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Região: 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da região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9.490 ficam no recorte da versão e 7.329 têm todos os componentes do índice (2.161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2.161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(7.329 setores) é a amostra do índice; a do recorte tem 9.490.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 é o indicador com mais faltantes (15,8%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Água só no terreno (15,8%);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 é o indicador com mais faltantes (15,8%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Água só no terreno (15,8%);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 é o indicador mais assimétrico (assimetria 70,07)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4.374,85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1.829,50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11.171,43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Só sanitário (70,07); o maior percentual de zeros é o de Sem banheiro nem sanitário (99,9%).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 é o indicador mais assimétrico (assimetria 70,07)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4.374,85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1.829,50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11.171,43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4.374,85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1.829,50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11.171,43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96,9339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95,2743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190,0741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16,7781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41,3385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55,2842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Só sanitário (70,07); o maior percentual de zeros é o de Sem banheiro nem sanitário (99,9%).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3.127,12 (Centro-Oeste) a 3.127,12 (Centro-Oeste)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Centro-Oeste (3.127,12) e a mais baixa no Centro-Oeste (3.127,12).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3.127,12 (Centro-Oeste) a 3.127,12 (Centro-Oeste)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Centro-Oeste (3.127,12) e a mais baixa no Centro-Oeste (3.127,12).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2.323,24 a 3.518,49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3.518,50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13.287,89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3.219,85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5.535,53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1.866,95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3.112,75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9.455,31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1.728,82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2.744,05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7.339,64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1.791,41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5.342,31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1.893,33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2.403,02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3.217,06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1.764,81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2.323,24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4.618,46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2800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Brasília (3.518,49); a menor, a de Goianésia (2.323,24).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Só sanitário tem a distribuição mais assimétrica (assimetria 70,07)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8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Só sanitário (70,07).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1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2,27)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(2,27).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2,8025 no Centro-Oeste e 2,8025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2,8025 (Centro-Oeste) a 2,8025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2,8025 (Centro-Oeste) a 2,8025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35,82)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29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(35,82).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4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Dependência idosa tem a distribuição mais assimétrica (assimetria 21,54)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1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Dependência idosa (21,54).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0,0580 no Centro-Oeste e 0,0580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0,0580 (Centro-Oeste) a 0,0580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0,0580 (Centro-Oeste) a 0,0580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Domicílio improvisado em Vicentinópolis (63,6%)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Domicílio improvisado em Vicentinópolis, com 63,6%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302" y="1243584"/>
            <a:ext cx="42902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Domicílio improvisado em Vicentinópolis (63,6%).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28,5% dos menores setores e em 6,2%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0,0% no primeiro décimo e 0,0% no último. Sem analfabetismo: 28,5% e 6,2%.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0,0% a 0,0%; analfabetismo: de 28,5% a 6,2%,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(8,9%)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(8,9%),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(8,9%)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16.820,80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16.820,80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(8,9%),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(8,9%)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360,8728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78,1244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91,6881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(8,9%),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Brasília concentra o maior número de marcações de extremo (1.411)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Brasília, com 1.411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500270405090175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530010805110366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520870715000004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530010805110354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500270405110448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530010805060524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500270405110448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520870705410055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520870705410055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530010805370177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530010805360095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47.190,48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500270405130278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Brasília, com valor 47.190,48.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530010805360095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47.190,48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530010805360095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47.190,48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530010805110407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530010805090111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520870705410055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530010805090111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500270405070176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520870715000006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530010805060487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530010805320018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3.166,6667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500270405060158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83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Brasília, com valor 47.190,48.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setores têm renda suspeita e 224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97,61%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3 setores SUSPEITO (0,03%) e 224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Moradia convencional (8,9%).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095" y="1243584"/>
            <a:ext cx="459665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0,8787)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0,8787 (mediana 0,7407 em FCU e 0,5923 fora); a menor AUC é a de Renda (mediana mun.) (0,1405).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0,8787)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-7,0914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-12,2863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78,5047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-54,0245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1.833,90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3.244,02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-1.410,13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1.833,90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3.244,02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-1.410,13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1.833,90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3.244,02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-1.410,13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0,8787 (mediana 0,7407 em FCU e 0,5923 fora); a menor AUC é a de Renda (mediana mun.) (0,1405).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(0,8787); a menor, a de Renda (mediana mun.) (0,1405).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(16,3%)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6,0% do total, chegando a 6,0% no Centro-Oeste.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6,0% no total e 6,0% no Centro-Oeste.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0,1375 (Centro-Oeste) a 0,1375 (Centro-Oeste)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34,0206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48,4375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34,0206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48,4375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0,1375 no Centro-Oeste e 0,1375 no Centro-Oeste. Índice de envelhecimento, mediana do total: 75,2381.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-0,6844)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-0,6844); com a renda média, ρ = 0,4065.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-0,6844)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-0,6844); com a renda média, ρ = 0,4065.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0,4065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116" y="1243584"/>
            <a:ext cx="638860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0,4065.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(22,7%)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(22,7%);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0,3442 e P90 0,4588, em 7.329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7.329 setores; mediana 0,3442; percentil 90 0,4588.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7,1%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26,3% baixo e 7,1%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0,8703: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0,8589; mediana da AUC municipal 0,8703, em 2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0,8325 (Goiânia) a 0,9081 (Brasília)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0481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Brasília (0,9081) e a menor, a de Goiânia (0,8325).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82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26,3% dos setores ficam em baixo e 7,1%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0,8589)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0,8589 (global); a mediana municipal é 0,8703.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0,9932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5264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0,9932. Menor correlação municipal: Goianésia (0,9257).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(504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504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5264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11,0% dos setores mudam de faixa; o município mais afetado é Vicentinópolis (36,4%).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(504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centro_oeste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959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Vicentinópolis (36,4%); no total, 11,0%.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7.329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regional ordena os setores de modo parecido com a referência, mas cerca de um em cada dez setores muda de faixa. A versão não é elegível: o banheiro graduado quase não varia na região e fica com comunalidade e carga muito baixas. Kaiser pede três fatores; Horn, dois. Falha registrada como falha.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2.161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 é o indicador com mais faltantes (15,8%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 é o indicador mais assimétrico (assimetria 70,07)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3.127,12 (Centro-Oeste) a 3.127,12 (Centro-Oeste)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2.323,24 a 3.518,49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Só sanitário tem a distribuição mais assimétrica (assimetria 70,07)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2,27)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2,8025 no Centro-Oeste e 2,8025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35,82)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Dependência idosa tem a distribuição mais assimétrica (assimetria 21,54)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0,0580 no Centro-Oeste e 0,0580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Domicílio improvisado em Vicentinópolis (63,6%)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28,5% dos menores setores e em 6,2%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tem a maior proporção de extremos (8,9%)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 concentra o maior número de marcações de extremo (1.411)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setores têm renda suspeita e 224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sem o extremo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0,8787)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(16,3%)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0,1375 (Centro-Oeste) a 0,1375 (Centro-Oeste)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-0,6844)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0,4065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(22,7%)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0,3442 e P90 0,4588, em 7.329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7,1%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0,8703: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0,8325 (Goiânia) a 0,9081 (Brasília)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0,8589)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(504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região; os índices de regiões diferentes não são comparáveis entre si.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Regiões com poucos municípios no ELSI têm descritivas regionais apoiadas em poucas cidades.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municipal só usa municípios com pelo menos 30 setores de FCU e 30 fora; em algumas regiões, são poucos.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centro_oeste — Região Centro-Oeste</dc:title>
  <dc:subject>PptxGenJS Presentation</dc:subject>
  <dc:creator>Pedro Dias Soares</dc:creator>
  <cp:lastModifiedBy>Pedro Dias Soares</cp:lastModifiedBy>
  <cp:revision>1</cp:revision>
  <dcterms:created xsi:type="dcterms:W3CDTF">2026-10-06T20:48:03Z</dcterms:created>
  <dcterms:modified xsi:type="dcterms:W3CDTF">2026-10-06T20:48:03Z</dcterms:modified>
</cp:coreProperties>
</file>