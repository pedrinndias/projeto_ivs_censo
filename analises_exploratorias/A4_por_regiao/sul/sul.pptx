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dados e o IVS quando os blocos rodam só com os municípios da região Sul?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entram apenas os setores urbanos com Dados_sig = OK dos municípios da região Sul. A fatorial, os pesos e as faixas são recalculados com eles; componentes, rotação, pesos 60/40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7.217 ficam no recorte da versão e 4.661 têm todos os componentes do índice (2.556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(4.661 setores) é a amostra do índice; a do recorte tem 7.217.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Analfabetismo 15+ (23,5%);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Analfabetismo 15+ (23,5%);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Banheiro de uso comum (50,91); o maior percentual de zeros é o de Sem banheiro nem sanitário (99,7%).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Banheiro de uso comum (50,91); o maior percentual de zeros é o de Sem banheiro nem sanitário (99,7%).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(3.722,28) e a mais baixa no Sul (3.722,28).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(3.722,28) e a mais baixa no Sul (3.722,28).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Curitiba (4.115,49); a menor, a de Santa Maria do Oeste (1.957,28).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Banheiro de uso comum (50,91).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(Sul) a 0,0000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(Sul) a 0,0000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Analfabetismo 15+ (2,89).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2,5992 (Sul) a 2,5992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2,5992 (Sul) a 2,5992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(36,12).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(Sul) a 0,0000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(Sul) a 0,0000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Índice de envelhecimento (5,25).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0,0465 (Sul) a 0,0465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0,0465 (Sul) a 0,0465 (Sul).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Sem banheiro em Santa Maria do Oeste, com 37,5%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Sem banheiro em Santa Maria do Oeste (37,5%).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0,0% no primeiro décimo e 0,0% no último. Sem analfabetismo: 32,4% e 9,8%.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0,0% a 0,0%; analfabetismo: de 32,4% a 9,8%,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(4,3%),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(4,3%),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(4,3%),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Porto Alegre, com 496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Porto Alegre, com valor 49.759,69.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Porto Alegre, com valor 49.759,69.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1 setores SUSPEITO (0,01%) e 76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Moradia convencional (4,3%).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0,8936 (mediana 0,4392 em FCU e 0,2062 fora); a menor AUC é a de Renda (mediana mun.) (0,0698).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0,8936 (mediana 0,4392 em FCU e 0,2062 fora); a menor AUC é a de Renda (mediana mun.) (0,0698).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(0,8936); a menor, a de Renda (mediana mun.) (0,0698).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8,5% do total, chegando a 8,5%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8,5% no total e 8,5%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0,1934 no Sul e 0,1934 no Sul. Índice de envelhecimento, mediana do total: 122,9337.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-0,7832); com a renda média, ρ = 0,4777.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-0,7832); com a renda média, ρ = 0,4777.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0,4777.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Cor/raça PPI (17,1%);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4.661 setores; mediana 0,2719; percentil 90 0,3571.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32,1% baixo e 5,8% muito elevado. Quartis: 25,1%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0,8899; mediana da AUC municipal 0,8971, em 3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Porto Alegre (0,9172) e a menor, a de São José dos Pinhais (0,8255).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32,1% dos setores ficam em baixo e 5,8%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0,8899 (global); a mediana municipal é 0,8971.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0,9948. Menor correlação municipal: Taió (0,9789).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baixo para medio, com 65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5,6% dos setores mudam de faixa; o município mais afetado é Santa Maria do Oeste (20,0%).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baixo para medio (65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Santa Maria do Oeste (20,0%); no total, 5,6%.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da região Sul fica perto da referência e é elegível. A AUC contra as favelas é alta, mas apoiada em poucos municípios com setores de FCU suficientes.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fatorial, os pesos e as faixas são recalculados só com os setores da região; os índices de regiões diferentes não são comparáveis entre si.
Regiões com poucos municípios no ELSI têm descritivas regionais apoiadas em poucas cidades.
A AUC municipal só usa municípios com pelo menos 30 setores de FCU e 30 fora; em algumas regiões, são poucos.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A4_por_regiao/sul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Região Sul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dados e o IVS quando os blocos rodam só com os municípios da região Sul?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7.217 setores no recorte  ·  4.661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entram apenas os setores urbanos com Dados_sig = OK dos municípios da região Sul. A fatorial, os pesos e as faixas são recalculados com eles; componentes, rotação, pesos 60/40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4.661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7.217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4.661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Região: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96.891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da região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7.217 ficam no recorte da versão e 4.661 têm todos os componentes do índice (2.556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2.556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016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(4.661 setores) é a amostra do índice; a do recorte tem 7.217.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com mais faltantes (23,5%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(23,5%);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com mais faltantes (23,5%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(23,5%);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 é o indicador mais assimétrico (assimetria 50,91)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4.842,18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3.576,18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1.870,79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9.115,89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Banheiro de uso comum (50,91); o maior percentual de zeros é o de Sem banheiro nem sanitário (99,7%).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 é o indicador mais assimétrico (assimetria 50,91)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4.842,18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3.576,18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1.870,79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9.115,89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4.842,18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3.576,18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1.870,79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9.115,89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-14,88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170,7837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164,4038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39,3818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355,3457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32,6519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30,8619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56,2500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Banheiro de uso comum (50,91); o maior percentual de zeros é o de Sem banheiro nem sanitário (99,7%).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3.722,28 (Sul) a 3.722,28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(3.722,28) e a mais baixa no Sul (3.722,28).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3.722,28 (Sul) a 3.722,28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(3.722,28) e a mais baixa no Sul (3.722,28).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1.957,28 a 4.115,49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2.129,00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4.115,50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9.499,64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1.632,70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3.986,89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10.019,53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2.057,90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3.466,51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6.384,93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2.142,48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3.058,07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4.067,31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2.019,90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2.945,26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4.816,13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1.792,73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2.840,43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5.774,28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2.087,37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2.839,32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3.816,37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2.175,93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2.637,83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3.171,99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1.482,84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1.957,28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2.617,28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77278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Curitiba (4.115,49); a menor, a de Santa Maria do Oeste (1.957,28).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Banheiro de uso comum tem a distribuição mais assimétrica (assimetria 50,91)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5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Banheiro de uso comum (50,91).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0,0000 no Sul e 0,0000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(Sul) a 0,0000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8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(Sul) a 0,0000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Analfabetismo 15+ tem a distribuição mais assimétrica (assimetria 2,89)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Analfabetismo 15+ (2,89).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2,5992 no Sul e 2,5992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2,5992 (Sul) a 2,5992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2,5992 (Sul) a 2,5992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36,12)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(36,12).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Sul e 0,0000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(Sul) a 0,0000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(Sul) a 0,0000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Índice de envelhecimento tem a distribuição mais assimétrica (assimetria 5,25)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2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Índice de envelhecimento (5,25).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0,0465 no Sul e 0,0465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0,0465 (Sul) a 0,0465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2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0,0465 (Sul) a 0,0465 (Sul).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Sem banheiro em Santa Maria do Oeste (37,5%)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91998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Sem banheiro em Santa Maria do Oeste, com 37,5%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5182" y="1243584"/>
            <a:ext cx="425647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Sem banheiro em Santa Maria do Oeste (37,5%).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32,4% dos menores setores e em 9,8%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0,0% no primeiro décimo e 0,0% no último. Sem analfabetismo: 32,4% e 9,8%.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0,0% a 0,0%; analfabetismo: de 32,4% a 9,8%,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(4,3%)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(4,3%),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(4,3%)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17.089,08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17.089,08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(4,3%),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(4,3%)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695,9929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109,5669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(4,3%),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Porto Alegre concentra o maior número de marcações de extremo (496)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91998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Porto Alegre, com 496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412385730000001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411850130000007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431490205001848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410690205090296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410690205030346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410690205100181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410690205090296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410690205090296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49.759,69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Porto Alegre, com valor 49.759,69.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410690205100013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49.759,69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49.759,69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410690205050069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431490205000792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431490205002868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431490205000792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410690205020060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412550605000363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412550605000474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421780805000038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431490205001784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421780805000038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411850105000063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00468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Porto Alegre, com valor 49.759,69.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setores têm renda suspeita e 76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98,93%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1 setores SUSPEITO (0,01%) e 76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Moradia convencional (4,3%).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6968" y="1243584"/>
            <a:ext cx="459290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0,8936)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0,8936 (mediana 0,4392 em FCU e 0,2062 fora); a menor AUC é a de Renda (mediana mun.) (0,0698).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0,8936)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-8,8276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31,5334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-13,3891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52,4272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134,5455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-82,1183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1.808,80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4.026,98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-2.218,18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1.808,80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4.026,98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-2.218,18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1.808,80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4.026,98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-2.218,18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0,8936 (mediana 0,4392 em FCU e 0,2062 fora); a menor AUC é a de Renda (mediana mun.) (0,0698).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(0,8936); a menor, a de Renda (mediana mun.) (0,0698).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(15,7%)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8,5% do total, chegando a 8,5% no Sul.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8,5% no total e 8,5% no Sul.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0,1934 (Sul) a 0,1934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68,7611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225,5690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37,0370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50,8439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68,7611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225,5690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37,0370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50,8439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0,1934 no Sul e 0,1934 no Sul. Índice de envelhecimento, mediana do total: 122,9337.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-0,7832)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-0,7832); com a renda média, ρ = 0,4777.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-0,7832)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-0,7832); com a renda média, ρ = 0,4777.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0,4777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637" y="1243584"/>
            <a:ext cx="633156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0,4777.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o maior peso no índice (17,1%)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Cor/raça PPI (17,1%);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0,2719 e P90 0,3571, em 4.661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4.661 setores; mediana 0,2719; percentil 90 0,3571.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5,8%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32,1% baixo e 5,8% muito elevado. Quartis: 25,1%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0,8971: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0,8899; mediana da AUC municipal 0,8971, em 3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0,8255 (São José dos Pinhais) a 0,9172 (Porto Alegre)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2945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Porto Alegre (0,9172) e a menor, a de São José dos Pinhais (0,8255).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820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32,1% dos setores ficam em baixo e 5,8%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0,8899)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0,8899 (global); a mediana municipal é 0,8971.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0,9948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0,9948. Menor correlação municipal: Taió (0,9789).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baixo para medio (65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baixo para medio, com 65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5,6% dos setores mudam de faixa; o município mais afetado é Santa Maria do Oeste (20,0%).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baixo para medio (65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l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450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Santa Maria do Oeste (20,0%); no total, 5,6%.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4.661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0,8971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região Sul fica perto da referência e é elegível. A AUC contra as favelas é alta, mas apoiada em poucos municípios com setores de FCU suficientes.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2.556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é o indicador com mais faltantes (23,5%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 é o indicador mais assimétrico (assimetria 50,91)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3.722,28 (Sul) a 3.722,28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1.957,28 a 4.115,49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Banheiro de uso comum tem a distribuição mais assimétrica (assimetria 50,91)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0,0000 no Sul e 0,0000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Analfabetismo 15+ tem a distribuição mais assimétrica (assimetria 2,89)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2,5992 no Sul e 2,5992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36,12)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Sul e 0,0000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Índice de envelhecimento tem a distribuição mais assimétrica (assimetria 5,25)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0,0465 no Sul e 0,0465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Sem banheiro em Santa Maria do Oeste (37,5%)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32,4% dos menores setores e em 9,8%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tem a maior proporção de extremos (4,3%)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 concentra o maior número de marcações de extremo (496)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setores têm renda suspeita e 76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sem o extremo × Renda (mediana mun.)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0,8936)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(15,7%)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0,1934 (Sul) a 0,1934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-0,7832)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0,4777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tem o maior peso no índice (17,1%)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0,2719 e P90 0,3571, em 4.661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5,8%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0,8971: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0,8255 (São José dos Pinhais) a 0,9172 (Porto Alegre)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0,8899)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baixo para medio (65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fatorial, os pesos e as faixas são recalculados só com os setores da região; os índices de regiões diferentes não são comparáveis entre si.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Regiões com poucos municípios no ELSI têm descritivas regionais apoiadas em poucas cidades.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municipal só usa municípios com pelo menos 30 setores de FCU e 30 fora; em algumas regiões, são poucos.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sul — Região Sul</dc:title>
  <dc:subject>PptxGenJS Presentation</dc:subject>
  <dc:creator>Pedro Dias Soares</dc:creator>
  <cp:lastModifiedBy>Pedro Dias Soares</cp:lastModifiedBy>
  <cp:revision>1</cp:revision>
  <dcterms:created xsi:type="dcterms:W3CDTF">2026-10-06T20:50:55Z</dcterms:created>
  <dcterms:modified xsi:type="dcterms:W3CDTF">2026-10-06T20:50:55Z</dcterms:modified>
</cp:coreProperties>
</file>