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quantas versões elegíveis cada setor fica em risco elevado?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uma versão do índice: cruza as versões elegíveis já geradas (com o índice por setor) e conta, para cada setor da referência, em quantas ele fica em risco elevado ou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elegível é uma forma defensável de construir o índice. Se um setor fica em risco elevado em todas, a classificação dele não depende das escolhas de método; se fica só em algumas, a classificação é incerta. Risco elevado aqui é estar nas faixas elevado ou muito elevado pela regra do IVS-BH.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Entram as versões elegíveis pelos critérios do NB05, com o índice por setor. Versões cujo índice é idêntico ao da referência (como a das regras de faixa) não entram, para não contar a referência duas vezes. As versões por estrato entram para os setores que cobrem.
Como ler: Uma linha por versão elegível usada: setores em comum com a referência e o percentual deles em risco elevado ou muito elevado.
O que mostra: O percentual de setores em risco elevado vai de 20,5% a 34,7% entre as versões elegíveis usadas.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Entram as versões elegíveis pelos critérios do NB05, com o índice por setor. Versões cujo índice é idêntico ao da referência (como a das regras de faixa) não entram, para não contar a referência duas vezes. As versões por estrato entram para os setores que cobrem.
Como ler: Uma linha por versão elegível usada: setores em comum com a referência e o percentual deles em risco elevado ou muito elevado.
O que mostra: O percentual de setores em risco elevado vai de 20,5% a 34,7% entre as versões elegíveis usadas.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setores "às vezes" são os de classificação incerta: estão em risco elevado em algumas formas defensáveis de construir o índice e não em outras. Para a política pública, os "sempre" são o núcleo robusto da vulnerabilidade.
Como ler: Os setores da referência em três situações: nunca, às vezes ou sempre em risco elevado nas versões elegíveis em que aparecem.
O que mostra: Nunca em risco elevado: 53,0%; às vezes: 36,1%; sempre: 10,9%.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muita incerteza são aqueles em que a classificação depende mais das escolhas de método; neles, a faixa de um setor deve ser lida com cautela.
Como ler: Uma linha por município: percentual de setores nunca, às vezes e sempre em risco elevado.
O que mostra: Maior incerteza: Taió (59,5%); menor: Araçatuba (18,5%).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muita incerteza são aqueles em que a classificação depende mais das escolhas de método; neles, a faixa de um setor deve ser lida com cautela.
Como ler: Uma linha por município: percentual de setores nunca, às vezes e sempre em risco elevado.
O que mostra: Maior incerteza: Taió (59,5%); menor: Araçatuba (18,5%).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muita incerteza são aqueles em que a classificação depende mais das escolhas de método; neles, a faixa de um setor deve ser lida com cautela.
Como ler: Uma linha por município: percentual de setores nunca, às vezes e sempre em risco elevado.
O que mostra: Maior incerteza: Taió (59,5%); menor: Araçatuba (18,5%).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muita incerteza são aqueles em que a classificação depende mais das escolhas de método; neles, a faixa de um setor deve ser lida com cautela.
Como ler: Uma linha por município: percentual de setores nunca, às vezes e sempre em risco elevado.
O que mostra: Maior incerteza: Taió (59,5%); menor: Araçatuba (18,5%).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barras nas pontas são os setores de classificação estável; o meio do histograma é a incerteza.
Como ler: Histograma da fração das versões elegíveis em que cada setor fica em risco elevado: 0 = nunca, 1 = sempre.
O que mostra: Nunca: 53,0%; às vezes: 36,1%; sempre: 10,9%.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figura destaca onde a escolha de método mais pesa na classificação.
Como ler: Os 25 municípios (com pelo menos 30 setores) com maior percentual de setores ora em risco elevado, ora não.
O que mostra: No topo, Taió (59,5%).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Pouco mais da metade dos setores nunca fica em risco elevado, e cerca de um em cada dez fica sempre: esses são o núcleo robusto da vulnerabilidade, que não depende das escolhas de método. Mais de um terço dos setores muda de situação conforme a versão — a classificação deles é incerta e deve ser lida com cautela. A incerteza varia bastante entre municípios.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entram as versões elegíveis; as versões por estrato contam apenas para os setores que cobrem.
Risco elevado é a soma das faixas elevado e muito elevado pela regra do IVS-BH; outra regra mudaria as contas (ver C5).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E1_incerteza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Incerteza da classificação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quantas versões elegíveis cada setor fica em risco elevado?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uma versão do índice: cruza as versões elegíveis já geradas (com o índice por setor) e conta, para cada setor da referência, em quantas ele fica em risco elevado ou muito elevado.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Incerteza da classificação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quantas versões elegíveis cada setor fica em risco elevado?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T40, T41, T42, F40, F41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Incerteza da classificação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quantas versões elegíveis cada setor fica em risco elevado?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T40 · T41 · T42 · F40 · F41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as versões elegíveis, os setores em risco elevado vão de 20,5% a 34,7%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alto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00_referencia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A1_com_rurais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A2_piso_populacional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A4_por_regiao/sudeste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A4_por_regiao/sul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A5_por_porte/ate_100_mil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A5_por_porte/de_100_a_500_mil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A5_por_porte/mais_de_500_mil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B1_renda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B2_agua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versão elegível usada: setores em comum com a referência e o percentual deles em risco elevado ou muito elevado.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setores em risco elevado vai de 20,5% a 34,7% entre as versões elegíveis usadas.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T40 · tabelas/T40_versoes_usadas.csv  ·  Bloco 14. Incerteza da classificação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as versões elegíveis, os setores em risco elevado vão de 20,5% a 34,7%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alto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B3_banheiro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B4_esgoto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B6_moradia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B7_raca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C1_rotacao_e_pesos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C3_normalizacao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C4_agregacao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C6_pesos_iguais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D1_subindices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D5_especialista_x_dados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versão elegível usada: setores em comum com a referência e o percentual deles em risco elevado ou muito elevado.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setores em risco elevado vai de 20,5% a 34,7% entre as versões elegíveis usadas.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T40 · tabelas/T40_versoes_usadas.csv  ·  Bloco 14. Incerteza da classificação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36,1% dos setores mudam de situação conforme 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017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situacao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nunca em risco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39.140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às vezes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sempre em risco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da referência em três situações: nunca, às vezes ou sempre em risco elevado nas versões elegíveis em que aparecem.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em risco elevado: 53,0%; às vezes: 36,1%; sempre: 10,9%.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T41 · tabelas/T41_situacao_dos_setores.csv  ·  Bloco 14. Incerteza da classificação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Taió, 59,5% dos setores têm classificação incerta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nunca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as vezes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sempre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percentual de setores nunca, às vezes e sempre em risco elevado.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incerteza: Taió (59,5%); menor: Araçatuba (18,5%).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T42 · tabelas/T42_incerteza_por_municipio.csv  ·  Bloco 14. Incerteza da classificação  ·  parte 1 de 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Taió, 59,5% dos setores têm classificação incerta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nunca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as vezes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sempre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percentual de setores nunca, às vezes e sempre em risco elevado.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incerteza: Taió (59,5%); menor: Araçatuba (18,5%).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T42 · tabelas/T42_incerteza_por_municipio.csv  ·  Bloco 14. Incerteza da classificação  ·  parte 2 de 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Taió, 59,5% dos setores têm classificação incerta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nunca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as vezes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sempre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percentual de setores nunca, às vezes e sempre em risco elevado.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incerteza: Taió (59,5%); menor: Araçatuba (18,5%).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T42 · tabelas/T42_incerteza_por_municipio.csv  ·  Bloco 14. Incerteza da classificação  ·  parte 3 de 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Taió, 59,5% dos setores têm classificação incerta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nunca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as vezes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sempre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percentual de setores nunca, às vezes e sempre em risco elevado.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incerteza: Taió (59,5%); menor: Araçatuba (18,5%).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T42 · tabelas/T42_incerteza_por_municipio.csv  ·  Bloco 14. Incerteza da classificação  ·  parte 4 de 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parte dos setores tem classificação estável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E1_incerteza/figuras/F40_fracao_em_ri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8884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da fração das versões elegíveis em que cada setor fica em risco elevado: 0 = nunca, 1 = sempre.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Nunca: 53,0%; às vezes: 36,1%; sempre: 10,9%.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F40 · figuras/F40_fracao_em_risco.png  ·  Bloco 14. Incerteza da classificação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com mais setores de classificação incerta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E1_incerteza/figuras/F41_incerteza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330" y="1243584"/>
            <a:ext cx="502817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25 municípios (com pelo menos 30 setores) com maior percentual de setores ora em risco elevado, ora não.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Taió (59,5%).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F41 · figuras/F41_incerteza_por_municipio.png  ·  Bloco 14. Incerteza da classificação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Pouco mais da metade dos setores nunca fica em risco elevado, e cerca de um em cada dez fica sempre: esses são o núcleo robusto da vulnerabilidade, que não depende das escolhas de método. Mais de um terço dos setores muda de situação conforme a versão — a classificação deles é incerta e deve ser lida com cautela. A incerteza varia bastante entre municípios.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T40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 as versões elegíveis, os setores em risco elevado vão de 20,5% a 34,7%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36,1% dos setores mudam de situação conforme 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T42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Taió, 59,5% dos setores têm classificação incerta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F40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parte dos setores tem classificação estável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com mais setores de classificação incerta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entram as versões elegíveis; as versões por estrato contam apenas para os setores que cobrem.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elevado é a soma das faixas elevado e muito elevado pela regra do IVS-BH; outra regra mudaria as contas (ver C5).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E1_incerteza — Incerteza da classificação</dc:title>
  <dc:subject>PptxGenJS Presentation</dc:subject>
  <dc:creator>Pedro Dias Soares</dc:creator>
  <cp:lastModifiedBy>Pedro Dias Soares</cp:lastModifiedBy>
  <cp:revision>1</cp:revision>
  <dcterms:created xsi:type="dcterms:W3CDTF">2026-10-23T00:57:54Z</dcterms:created>
  <dcterms:modified xsi:type="dcterms:W3CDTF">2026-10-23T00:57:54Z</dcterms:modified>
</cp:coreProperties>
</file>