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perfis aparecem quando se agrupam setores e municípios?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uma versão do índice: agrupa setores (pelos componentes normalizados no município) e municípios (pelas medianas dos componentes) por k-médias, com o número de grupos indicado pela silhueta entre 3 e 6 (parâmetro exploratório).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Agrupamento por k-médias: setores pelos componentes normalizados no município, e municípios pelas medianas dos componentes padronizadas. O número de grupos é o que a silhueta indica entre 3 e 6, e 4 é sempre reportado (parâmetro exploratório). Os grupos são descritivos: não substituem o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silhueta vai de −1 a 1; valores perto de 0,3 indicam grupos com sobreposição, o que é comum em dados socioeconômicos.
Como ler: Uma linha por número de grupos (k) com a silhueta média numa amostra de 5 mil setores.
O que mostra: Maior silhueta: k = 4 (0,3631).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grupos são ordenados pelo IVS médio (1 = menor). O perfil mostra que tipo de carência cada grupo combina.
Como ler: Uma linha por grupo: setores, IVS médio, % em FCU e a média de cada componente normalizado (0 a 1 no município).
O que mostra: Com k = 4, o grupo 3 tem 50,7% dos setores em FCU e reúne 6,8% dos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70 municípios, a silhueta é calculada com todos.
Como ler: Uma linha por número de grupos (k) com a silhueta média dos 70 municípios.
O que mostra: Maior silhueta: k = 4 (0,3389).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municípios são agrupados pelas medianas dos componentes, padronizadas entre os municípios.
Como ler: Uma linha por município: região e grupo (pelo k da silhueta e com k = 4).
O que mostra: Agrupamento com k =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municípios são agrupados pelas medianas dos componentes, padronizadas entre os municípios.
Como ler: Uma linha por município: região e grupo (pelo k da silhueta e com k = 4).
O que mostra: Agrupamento com k =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municípios são agrupados pelas medianas dos componentes, padronizadas entre os municípios.
Como ler: Uma linha por município: região e grupo (pelo k da silhueta e com k = 4).
O que mostra: Agrupamento com k =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municípios são agrupados pelas medianas dos componentes, padronizadas entre os municípios.
Como ler: Uma linha por município: região e grupo (pelo k da silhueta e com k = 4).
O que mostra: Agrupamento com k =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perfil mostra em que componentes cada grupo de municípios se destaca.
Como ler: Uma linha por grupo: número de municípios e a mediana de cada componente (valores originais).
O que mostra: k = 4; o maior grupo tem 33 municípios.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Grupos com cores fortes em poucas colunas têm uma carência específica; grupos escuros em todas as colunas acumulam carências.
Como ler: Mapa de calor: linhas são grupos, colunas são componentes; a cor é a média normalizada (0 a 1).
O que mostra: O grupo 3 tem 50,7% dos setores em FCU.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os grupos coincidem com as regiões, o perfil de vulnerabilidade é sobretudo regional.
Como ler: Uma barra por grupo, dividida pelas regiões dos municípios.
O que mostra: Agrupamento com k =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silhueta indica quatro grupos tanto para setores quanto para municípios, mas com separação moderada, como é comum nesse tipo de dado. Entre os setores, um grupo pequeno concentra as favelas — metade dos setores dele está em FCU —, sem ser o grupo de IVS médio mais alto: as favelas têm um perfil próprio de carência, que o índice mistura com outros. Os grupos de municípios estão no deck por região.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de grupos é parâmetro exploratório — não é decisão.
A silhueta dos setores é calculada numa amostra fixa de 5 mil setores.
k-médias supõe grupos de formato esférico; outros métodos de agrupamento podem dar grupos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E6_tipologias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Tipologias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perfis aparecem quando se agrupam setores e municípios?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uma versão do índice: agrupa setores (pelos componentes normalizados no município) e municípios (pelas medianas dos componentes) por k-médias, com o número de grupos indicado pela silhueta entre 3 e 6 (parâmetro exploratório).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Tipologias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perfis de vulnerabilidade aparecem quando se agrupam setores e municípios?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T53, T54, T55, T56, T57, F48, F49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Tipologias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perfis de vulnerabilidade aparecem quando se agrupam setores e municípios?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T53 · T54 · T55 · T56 · T57 · F48 · F49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silhueta indica 4 grupos de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011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silhueta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número de grupos (k) com a silhueta média numa amostra de 5 mil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silhueta: k = 4 (0,3631).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T53 · tabelas/T53_silhueta_setores.csv  ·  Bloco 19. Tipologias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grupo 3 concentra as favelas (50,7% dos setores em FCU)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573258"/>
                <a:gridCol w="573258"/>
                <a:gridCol w="573258"/>
                <a:gridCol w="573258"/>
                <a:gridCol w="573258"/>
                <a:gridCol w="573258"/>
                <a:gridCol w="573258"/>
                <a:gridCol w="573258"/>
                <a:gridCol w="573258"/>
                <a:gridCol w="573258"/>
                <a:gridCol w="573258"/>
                <a:gridCol w="573258"/>
                <a:gridCol w="573258"/>
              </a:tblGrid>
              <a:tr h="680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grupo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 medio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agua inad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esgoto inad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analfab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inv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raca pretpardind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24.076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grupo: setores, IVS médio, % em FCU e a média de cada componente normalizado (0 a 1 no município).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k = 4, o grupo 3 tem 50,7% dos setores em FCU e reúne 6,8% dos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T54 · tabelas/T54_perfis_grupos_setores.csv  ·  Bloco 19. Tipologias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silhueta indica 4 grupos de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011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silhueta municipios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número de grupos (k) com a silhueta média dos 70 municípios.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silhueta: k = 4 (0,3389).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T55 · tabelas/T55_silhueta_municipios.csv  ·  Bloco 19. Tipologias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em 4 grupos de perfil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regiao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grupo k4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região e grupo (pelo k da silhueta e com k = 4).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com k = 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T56 · tabelas/T56_grupos_de_municipios.csv  ·  Bloco 19. Tipologias  ·  parte 1 de 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em 4 grupos de perfil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regiao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grupo k4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região e grupo (pelo k da silhueta e com k = 4).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com k = 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T56 · tabelas/T56_grupos_de_municipios.csv  ·  Bloco 19. Tipologias  ·  parte 2 de 4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em 4 grupos de perfil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regiao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grupo k4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região e grupo (pelo k da silhueta e com k = 4).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com k = 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T56 · tabelas/T56_grupos_de_municipios.csv  ·  Bloco 19. Tipologias  ·  parte 3 de 4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em 4 grupos de perfil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 MUN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regiao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grupo k4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região e grupo (pelo k da silhueta e com k = 4).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com k = 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T56 · tabelas/T56_grupos_de_municipios.csv  ·  Bloco 19. Tipologias  ·  parte 4 de 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perfis dos 4 grupos de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828040"/>
                <a:gridCol w="828040"/>
                <a:gridCol w="828040"/>
                <a:gridCol w="828040"/>
                <a:gridCol w="828040"/>
                <a:gridCol w="828040"/>
                <a:gridCol w="828040"/>
                <a:gridCol w="828040"/>
                <a:gridCol w="82804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grupo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agua inad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esgoto inad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analfab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media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raca pretpardind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1.753,9900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1.594,2600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1.390,2600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2.817,5950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grupo: número de municípios e a mediana de cada componente (valores originais).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4; o maior grupo tem 33 municípios.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T57 · tabelas/T57_perfis_grupos_municipios.csv  ·  Bloco 19. Tipologias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perfis dos 4 grupos de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E6_tipologias/figuras/F48_perfis_grupos_se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714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grupos, colunas são componentes; a cor é a média normalizada (0 a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grupo 3 tem 50,7% dos setores em FCU.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F48 · figuras/F48_perfis_grupos_setores.png  ·  Bloco 19. Tipologias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grupos de municípios por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E6_tipologias/figuras/F49_grupos_de_municip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9483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grupo, dividida pelas regiões dos municípios.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com k = 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F49 · figuras/F49_grupos_de_municipios.png  ·  Bloco 19. Tipologias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silhueta indica quatro grupos tanto para setores quanto para municípios, mas com separação moderada, como é comum nesse tipo de dado. Entre os setores, um grupo pequeno concentra as favelas — metade dos setores dele está em FCU —, sem ser o grupo de IVS médio mais alto: as favelas têm um perfil próprio de carência, que o índice mistura com outros. Os grupos de municípios estão no deck por região.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silhueta indica 4 grupos de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grupo 3 concentra as favelas (50,7% dos setores em FCU)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silhueta indica 4 grupos de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em 4 grupos de perfil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T57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perfis dos 4 grupos de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perfis dos 4 grupos de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grupos de municípios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número de grupos é parâmetro exploratório — não é decisão.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silhueta dos setores é calculada numa amostra fixa de 5 mil setores.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k-médias supõe grupos de formato esférico; outros métodos de agrupamento podem dar grupos diferentes.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grupos: o da silhueta entre 3 e 6, e sempre 4 — parâmetro exploratório — não é decisão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E6_tipologias — Tipologias</dc:title>
  <dc:subject>PptxGenJS Presentation</dc:subject>
  <dc:creator>Pedro Dias Soares</dc:creator>
  <cp:lastModifiedBy>Pedro Dias Soares</cp:lastModifiedBy>
  <cp:revision>1</cp:revision>
  <dcterms:created xsi:type="dcterms:W3CDTF">2026-10-23T01:09:44Z</dcterms:created>
  <dcterms:modified xsi:type="dcterms:W3CDTF">2026-10-23T01:09:44Z</dcterms:modified>
</cp:coreProperties>
</file>