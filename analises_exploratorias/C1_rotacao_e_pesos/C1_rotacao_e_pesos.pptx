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com outra rotação e com cada um dos 9 esquemas de peso entre as dimensões?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rotação: Varimax (fatores independentes) no lugar da promax, com os mesmos pesos 60/40 entre as dimensões. Os outros oito esquemas de rotação e peso — sem rotação, Varimax e promax com soma dos quadrados, comunalidades, 50/50 e a referência — estão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0,7807, com 73.878 setores; Kaiser retém 2 fatores e Horn, 2; 2 fatores explicam 60,8%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(0,7088). Menor comunalidade (promax): Razão de moradores (0,3755).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3,1864, segundo 1,0708 (Horn: 1,0155); os dois primeiros explicam 60,8%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0,4109.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1,0708,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(0,9366); em F2: Água inadequada (0,7829).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(18,7%);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0,3303; percentil 90 0,4359.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28,9% baixo e 5,5%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0,8311; mediana da AUC municipal 0,8160,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(0,9557) e a menor, a de Duque de Caxias (0,6061).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(0,9557) e a menor, a de Duque de Caxias (0,6061).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28,9% dos setores ficam em baixo e 5,5%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0,8311 (global); a mediana municipal é 0,8160.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promax, 60/40 (referência): 73.878 setores no índice (contra 73.878), AUC municipal 0,8186, ρ = 0,9997 com o valor-padrão e 1,8%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1.862.179 pessoas (5,0% do total), das quais 182.620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Jaqueira (56,9%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(0,4123); menor: Salvador (0,0624).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(0,4123); menor: Salvador (0,0624).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São Paulo das Missões (0,4123), ao menor, Salvador (0,0624).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0,9997. Menor correlação municipal: Placas (0,9000).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493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1,8% dos setores mudam de faixa; o município mais afetado é Placas (20,0%).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(493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Placas (20,0%); no total, 1,8%.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pesos 60/40 fixos, trocar promax por Varimax quase não muda nada: correlação de postos praticamente 1 com a referência e poucas trocas de faixa. O que move o índice é o esquema de peso, não a rotação: os pesos pela soma dos quadrados das cargas elevam a AUC municipal, o 50/50 a reduz, e o índice sem rotação (um fator só) tem a AUC mais alta da tabela mas não é elegível pelos critérios do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esquemas 50/50 e 60/40 fixam o peso das dimensões antes de olhar os dados; os demais o tiram das cargas.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C1_rotacao_e_pesos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Rotação e esquemas de peso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com outra rotação e com cada um dos 9 esquemas de peso entre as dimensões?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rotação: Varimax (fatores independentes) no lugar da promax, com os mesmos pesos 60/40 entre as dimensões. Os outros oito esquemas de rotação e peso — sem rotação, Varimax e promax com soma dos quadrados, comunalidades, 50/50 e a referência — estão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0,7807, com 73.878 setores; Kaiser retém 2 fatores e Horn, 2; 2 fatores explicam 60,8%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0,7088)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(0,7088). Menor comunalidade (promax): Razão de moradores (0,3755).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(1,0708)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3,1864, segundo 1,0708 (Horn: 1,0155); os dois primeiros explicam 60,8%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0,4109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0,4109.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1,0708,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194" y="1243584"/>
            <a:ext cx="552245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(0,9366); em F2: Água inadequada (0,7829).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(18,7%)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(18,7%);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0,3303 e P90 0,4359,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0,3303; percentil 90 0,4359.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5,5%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28,9% baixo e 5,5%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0,8160: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0,8311; mediana da AUC municipal 0,8160,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0,6061 (Duque de Caxias) a 0,9557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(0,9557) e a menor, a de Duque de Caxias (0,6061).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0,6061 (Duque de Caxias) a 0,9557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(0,9557) e a menor, a de Duque de Caxias (0,6061).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28,9% dos setores ficam em baixo e 5,5%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0,8311 (global); a mediana municipal é 0,8160.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promax, 60/40 (referência), o índice fica com 73.878 setores e ρ = 0,9997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rotação, um fator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Varimax, soma dos quadrados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Varimax, 50/50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soma dos quadrados (padrão)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soma dos quadrados (estrutura)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comunalidades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50/50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promax, 60/40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promax, 60/40 (referência): 73.878 setores no índice (contra 73.878), AUC municipal 0,8186, ρ = 0,9997 com o valor-padrão e 1,8%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34.765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1.862.179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9.815.049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2.132.421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16.833.383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2.829.816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9.001.721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1.081.095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1.862.179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182.620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1.862.179 pessoas (5,0% do total), das quais 182.620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Jaqueira (56,9%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0,4123)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(0,4123); menor: Salvador (0,0624).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0,4123)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(0,4123); menor: Salvador (0,0624).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402" y="1243584"/>
            <a:ext cx="3054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São Paulo das Missões (0,4123), ao menor, Salvador (0,0624).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0,9997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0,9997. Menor correlação municipal: Placas (0,9000).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(493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493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1,8% dos setores mudam de faixa; o município mais afetado é Placas (20,0%).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(493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1_rotacao_e_pesos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688" y="1243584"/>
            <a:ext cx="615746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Placas (20,0%); no total, 1,8%.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0,7807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os pesos 60/40 fixos, trocar promax por Varimax quase não muda nada: correlação de postos praticamente 1 com a referência e poucas trocas de faixa. O que move o índice é o esquema de peso, não a rotação: os pesos pela soma dos quadrados das cargas elevam a AUC municipal, o 50/50 a reduz, e o índice sem rotação (um fator só) tem a AUC mais alta da tabela mas não é elegível pelos critérios do NB05.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0,7807: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0,7088)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(1,0708)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0,4109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(18,7%)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0,3303 e P90 0,4359,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5,5%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0,8160: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0,6061 (Duque de Caxias) a 0,9557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0,8311)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 tem a maior parte dos moradores em vulnerabilidade elevada ou muito elevada (56,9%)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1.862.179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desigualdade interna do índice (Gini 0,4123)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0,9997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(493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promax, 60/40 (referência), o índice fica com 73.878 setores e ρ = 0,9997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esquemas 50/50 e 60/40 fixam o peso das dimensões antes de olhar os dados; os demais o tiram das cargas.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C1_rotacao_e_pesos — Rotação e esquemas de peso</dc:title>
  <dc:subject>PptxGenJS Presentation</dc:subject>
  <dc:creator>Pedro Dias Soares</dc:creator>
  <cp:lastModifiedBy>Pedro Dias Soares</cp:lastModifiedBy>
  <cp:revision>1</cp:revision>
  <dcterms:created xsi:type="dcterms:W3CDTF">2026-10-23T00:08:28Z</dcterms:created>
  <dcterms:modified xsi:type="dcterms:W3CDTF">2026-10-23T00:08:28Z</dcterms:modified>
</cp:coreProperties>
</file>