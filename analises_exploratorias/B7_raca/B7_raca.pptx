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sem o componente de cor ou raça?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sem o componente de cor ou raça (seis componentes). O índice com cor ou raça da referência está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0,7155, com 73.879 setores; Kaiser retém 2 fatores e Horn, 2; dois fatores explicam 60,0%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Analfabetismo 15+ (0,6554). Menor comunalidade (promax): Razão de moradores (0,4404).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2,5556, segundo 1,0438 (Horn: 1,0119); os dois primeiros explicam 60,0%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0,3815.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1,0438, contra 1,0119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Analfabetismo 15+ (0,9111); em F2: Água inadequada (0,7701).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Analfabetismo 15+ (24,2%);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73.879 setores; mediana 0,3037; percentil 90 0,4007.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27,9% baixo e 6,0%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0,7704; mediana da AUC municipal 0,8190,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(0,9459) e a menor, a de Duque de Caxias (0,5874).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(0,9459) e a menor, a de Duque de Caxias (0,5874).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27,9% dos setores ficam em baixo e 6,0%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0,7704 (global); a mediana municipal é 0,8190.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com cor ou raça (referência): 73.878 setores no índice (contra 73.879), AUC municipal 0,8186, ρ = 0,9184 com o valor-padrão e 17,1%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0,9184. Menor correlação municipal: Japoatã (0,4000).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4.851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17,1% dos setores mudam de faixa; o município mais afetado é São Raimundo do Doca Bezerra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(4.851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 (100,0%); no total, 17,1%.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cor ou raça, o índice continua elegível, mas o KMO cai e o índice se afasta da referência: perto de um em cada cinco setores muda de faixa. A AUC municipal contra as favelas praticamente não muda, mas a AUC global cai, sinal de que a cor ou raça ajuda a separar as favelas entre municípios diferentes. A decisão de manter ou tirar a cor ou raça é conceitual, não só estatística.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 ou raça entra no IVS como marcador de desigualdade estrutural, não como carência do domicílio; a fatorial não decide se ela deve entrar.
A amostra do índice exclui todo setor com algum componente faltante (exclusão por lista); trocar um componente muda também 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B7_raca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 sem cor ou raça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sem o componente de cor ou raça?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pct_raca_pretpardind,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sem o componente de cor ou raça (seis componentes). O índice com cor ou raça da referência está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0,7155: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108.349,6684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59,9903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0,7155, com 73.879 setores; Kaiser retém 2 fatores e Horn, 2; dois fatores explicam 60,0%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tem a menor adequação individual (MSA 0,6554)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Analfabetismo 15+ (0,6554). Menor comunalidade (promax): Razão de moradores (0,4404).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(1,0438) fica acima da linha de Horn (1,0119)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2,5556, segundo 1,0438 (Horn: 1,0119); os dois primeiros explicam 60,0%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0,3815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0,3815.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7_raca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1,0438, contra 1,0119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define F1 e Água inadequada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7_raca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205" y="1243584"/>
            <a:ext cx="556242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Analfabetismo 15+ (0,9111); em F2: Água inadequada (0,7701).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tem o maior peso no índice (24,2%)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Analfabetismo 15+ (24,2%);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0,3037 e P90 0,4007, em 73.879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73.879 setores; mediana 0,3037; percentil 90 0,4007.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6,0%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35.320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27,9% baixo e 6,0%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0,8190: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0,7704; mediana da AUC municipal 0,8190,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0,5874 (Duque de Caxias) a 0,9459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(0,9459) e a menor, a de Duque de Caxias (0,5874).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0,5874 (Duque de Caxias) a 0,9459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(0,9459) e a menor, a de Duque de Caxias (0,5874).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7_raca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90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27,9% dos setores ficam em baixo e 6,0%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0,7704)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7_raca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0,7704 (global); a mediana municipal é 0,8190.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com cor ou raça (referência), o índice fica com 73.878 setores e ρ = 0,9184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cor ou raça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com cor ou raça (referência): 73.878 setores no índice (contra 73.879), AUC municipal 0,8186, ρ = 0,9184 com o valor-padrão e 17,1%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0,9184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0,9184. Menor correlação municipal: Japoatã (0,4000).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(4.851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4.851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17,1%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17,1% dos setores mudam de faixa; o município mais afetado é São Raimundo do Doca Bezerra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7_raca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(4.851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7_raca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 (100,0%); no total, 17,1%.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0,7155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0,8190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 ou raça, o índice continua elegível, mas o KMO cai e o índice se afasta da referência: perto de um em cada cinco setores muda de faixa. A AUC municipal contra as favelas praticamente não muda, mas a AUC global cai, sinal de que a cor ou raça ajuda a separar as favelas entre municípios diferentes. A decisão de manter ou tirar a cor ou raça é conceitual, não só estatística.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0,7155: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tem a menor adequação individual (MSA 0,6554)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(1,0438) fica acima da linha de Horn (1,0119)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0,3815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define F1 e Água inadequada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tem o maior peso no índice (24,2%)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0,3037 e P90 0,4007, em 73.879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6,0%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0,8190: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0,5874 (Duque de Caxias) a 0,9459 (Guarujá)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0,7704)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0,9184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(4.851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com cor ou raça (referência), o índice fica com 73.878 setores e ρ = 0,9184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 ou raça entra no IVS como marcador de desigualdade estrutural, não como carência do domicílio; a fatorial não decide se ela deve entrar.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lista); trocar um componente muda também a amostra.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B7_raca — Com e sem cor ou raça</dc:title>
  <dc:subject>PptxGenJS Presentation</dc:subject>
  <dc:creator>Pedro Dias Soares</dc:creator>
  <cp:lastModifiedBy>Pedro Dias Soares</cp:lastModifiedBy>
  <cp:revision>1</cp:revision>
  <dcterms:created xsi:type="dcterms:W3CDTF">2026-10-06T20:54:42Z</dcterms:created>
  <dcterms:modified xsi:type="dcterms:W3CDTF">2026-10-06T20:54:42Z</dcterms:modified>
</cp:coreProperties>
</file>